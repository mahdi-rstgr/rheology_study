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9B55AD-26A1-4AE3-8745-C5A26A481B81}" v="37" dt="2025-11-20T21:55:02.8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Mahdi Rastegardoost" userId="f5d36434fc58399d" providerId="LiveId" clId="{65A8DF42-931A-4289-A150-D89B2188382F}"/>
    <pc:docChg chg="undo redo custSel addSld delSld modSld">
      <pc:chgData name="Mohammad Mahdi Rastegardoost" userId="f5d36434fc58399d" providerId="LiveId" clId="{65A8DF42-931A-4289-A150-D89B2188382F}" dt="2025-11-20T21:55:22.215" v="380" actId="478"/>
      <pc:docMkLst>
        <pc:docMk/>
      </pc:docMkLst>
      <pc:sldChg chg="addSp delSp modSp new mod">
        <pc:chgData name="Mohammad Mahdi Rastegardoost" userId="f5d36434fc58399d" providerId="LiveId" clId="{65A8DF42-931A-4289-A150-D89B2188382F}" dt="2025-11-19T17:34:09.967" v="335" actId="478"/>
        <pc:sldMkLst>
          <pc:docMk/>
          <pc:sldMk cId="2195099207" sldId="256"/>
        </pc:sldMkLst>
        <pc:spChg chg="mod">
          <ac:chgData name="Mohammad Mahdi Rastegardoost" userId="f5d36434fc58399d" providerId="LiveId" clId="{65A8DF42-931A-4289-A150-D89B2188382F}" dt="2025-11-19T17:19:54.406" v="16" actId="20577"/>
          <ac:spMkLst>
            <pc:docMk/>
            <pc:sldMk cId="2195099207" sldId="256"/>
            <ac:spMk id="2" creationId="{C065FA7B-4DA1-A349-7842-EF048981411C}"/>
          </ac:spMkLst>
        </pc:spChg>
        <pc:spChg chg="mod">
          <ac:chgData name="Mohammad Mahdi Rastegardoost" userId="f5d36434fc58399d" providerId="LiveId" clId="{65A8DF42-931A-4289-A150-D89B2188382F}" dt="2025-11-19T17:20:06.984" v="51" actId="20577"/>
          <ac:spMkLst>
            <pc:docMk/>
            <pc:sldMk cId="2195099207" sldId="256"/>
            <ac:spMk id="3" creationId="{CF577894-2ADC-587F-5024-12DD12492ED1}"/>
          </ac:spMkLst>
        </pc:spChg>
        <pc:picChg chg="add del mod">
          <ac:chgData name="Mohammad Mahdi Rastegardoost" userId="f5d36434fc58399d" providerId="LiveId" clId="{65A8DF42-931A-4289-A150-D89B2188382F}" dt="2025-11-19T17:34:09.967" v="335" actId="478"/>
          <ac:picMkLst>
            <pc:docMk/>
            <pc:sldMk cId="2195099207" sldId="256"/>
            <ac:picMk id="5" creationId="{3520C711-7E3A-1FC9-7EFA-E9964D436AB5}"/>
          </ac:picMkLst>
        </pc:picChg>
        <pc:picChg chg="add mod">
          <ac:chgData name="Mohammad Mahdi Rastegardoost" userId="f5d36434fc58399d" providerId="LiveId" clId="{65A8DF42-931A-4289-A150-D89B2188382F}" dt="2025-11-19T17:26:55.135" v="306" actId="1076"/>
          <ac:picMkLst>
            <pc:docMk/>
            <pc:sldMk cId="2195099207" sldId="256"/>
            <ac:picMk id="1026" creationId="{5F9D5623-B0C4-E17F-DEAD-1938F7FB500F}"/>
          </ac:picMkLst>
        </pc:picChg>
      </pc:sldChg>
      <pc:sldChg chg="addSp delSp modSp new mod">
        <pc:chgData name="Mohammad Mahdi Rastegardoost" userId="f5d36434fc58399d" providerId="LiveId" clId="{65A8DF42-931A-4289-A150-D89B2188382F}" dt="2025-11-19T17:34:43.735" v="338" actId="208"/>
        <pc:sldMkLst>
          <pc:docMk/>
          <pc:sldMk cId="2125011306" sldId="257"/>
        </pc:sldMkLst>
        <pc:spChg chg="mod">
          <ac:chgData name="Mohammad Mahdi Rastegardoost" userId="f5d36434fc58399d" providerId="LiveId" clId="{65A8DF42-931A-4289-A150-D89B2188382F}" dt="2025-11-19T17:20:53.735" v="109" actId="20577"/>
          <ac:spMkLst>
            <pc:docMk/>
            <pc:sldMk cId="2125011306" sldId="257"/>
            <ac:spMk id="2" creationId="{5E0056DF-BB73-0CBB-1B4C-7320E10BCA7B}"/>
          </ac:spMkLst>
        </pc:spChg>
        <pc:spChg chg="del">
          <ac:chgData name="Mohammad Mahdi Rastegardoost" userId="f5d36434fc58399d" providerId="LiveId" clId="{65A8DF42-931A-4289-A150-D89B2188382F}" dt="2025-11-19T17:21:03.031" v="110"/>
          <ac:spMkLst>
            <pc:docMk/>
            <pc:sldMk cId="2125011306" sldId="257"/>
            <ac:spMk id="3" creationId="{1971FB4B-81F3-6BA5-EAB7-5C3360D79772}"/>
          </ac:spMkLst>
        </pc:spChg>
        <pc:spChg chg="add mod">
          <ac:chgData name="Mohammad Mahdi Rastegardoost" userId="f5d36434fc58399d" providerId="LiveId" clId="{65A8DF42-931A-4289-A150-D89B2188382F}" dt="2025-11-19T17:27:25.454" v="314" actId="17032"/>
          <ac:spMkLst>
            <pc:docMk/>
            <pc:sldMk cId="2125011306" sldId="257"/>
            <ac:spMk id="12" creationId="{6E80B4CB-548D-A97B-9074-275C4E3AC80D}"/>
          </ac:spMkLst>
        </pc:spChg>
        <pc:graphicFrameChg chg="add mod modGraphic">
          <ac:chgData name="Mohammad Mahdi Rastegardoost" userId="f5d36434fc58399d" providerId="LiveId" clId="{65A8DF42-931A-4289-A150-D89B2188382F}" dt="2025-11-19T17:23:52.330" v="248" actId="20577"/>
          <ac:graphicFrameMkLst>
            <pc:docMk/>
            <pc:sldMk cId="2125011306" sldId="257"/>
            <ac:graphicFrameMk id="10" creationId="{652AAD27-98EE-05D8-78B2-ACB6776BD232}"/>
          </ac:graphicFrameMkLst>
        </pc:graphicFrameChg>
        <pc:picChg chg="add mod">
          <ac:chgData name="Mohammad Mahdi Rastegardoost" userId="f5d36434fc58399d" providerId="LiveId" clId="{65A8DF42-931A-4289-A150-D89B2188382F}" dt="2025-11-19T17:22:00.079" v="132" actId="1076"/>
          <ac:picMkLst>
            <pc:docMk/>
            <pc:sldMk cId="2125011306" sldId="257"/>
            <ac:picMk id="5" creationId="{4662F9F4-A3EC-EE28-9835-78E3A9E58469}"/>
          </ac:picMkLst>
        </pc:picChg>
        <pc:picChg chg="add mod">
          <ac:chgData name="Mohammad Mahdi Rastegardoost" userId="f5d36434fc58399d" providerId="LiveId" clId="{65A8DF42-931A-4289-A150-D89B2188382F}" dt="2025-11-19T17:21:58.073" v="131" actId="1076"/>
          <ac:picMkLst>
            <pc:docMk/>
            <pc:sldMk cId="2125011306" sldId="257"/>
            <ac:picMk id="7" creationId="{0F351E02-5974-48BC-FF4D-A1CFBDA09788}"/>
          </ac:picMkLst>
        </pc:picChg>
        <pc:picChg chg="add mod">
          <ac:chgData name="Mohammad Mahdi Rastegardoost" userId="f5d36434fc58399d" providerId="LiveId" clId="{65A8DF42-931A-4289-A150-D89B2188382F}" dt="2025-11-19T17:21:54.551" v="130" actId="1076"/>
          <ac:picMkLst>
            <pc:docMk/>
            <pc:sldMk cId="2125011306" sldId="257"/>
            <ac:picMk id="9" creationId="{780A7C50-3254-4F23-CBDA-7BB14F1D88C0}"/>
          </ac:picMkLst>
        </pc:picChg>
        <pc:picChg chg="add mod">
          <ac:chgData name="Mohammad Mahdi Rastegardoost" userId="f5d36434fc58399d" providerId="LiveId" clId="{65A8DF42-931A-4289-A150-D89B2188382F}" dt="2025-11-19T17:27:16.599" v="312" actId="1076"/>
          <ac:picMkLst>
            <pc:docMk/>
            <pc:sldMk cId="2125011306" sldId="257"/>
            <ac:picMk id="11" creationId="{830ABF0B-D604-7541-B5D8-EFC24FB74EED}"/>
          </ac:picMkLst>
        </pc:picChg>
        <pc:cxnChg chg="add mod">
          <ac:chgData name="Mohammad Mahdi Rastegardoost" userId="f5d36434fc58399d" providerId="LiveId" clId="{65A8DF42-931A-4289-A150-D89B2188382F}" dt="2025-11-19T17:34:43.735" v="338" actId="208"/>
          <ac:cxnSpMkLst>
            <pc:docMk/>
            <pc:sldMk cId="2125011306" sldId="257"/>
            <ac:cxnSpMk id="14" creationId="{31E273A5-D809-EADA-5CFC-ADB51FA3E7CB}"/>
          </ac:cxnSpMkLst>
        </pc:cxnChg>
      </pc:sldChg>
      <pc:sldChg chg="addSp delSp modSp add mod">
        <pc:chgData name="Mohammad Mahdi Rastegardoost" userId="f5d36434fc58399d" providerId="LiveId" clId="{65A8DF42-931A-4289-A150-D89B2188382F}" dt="2025-11-19T17:34:56.351" v="342" actId="14100"/>
        <pc:sldMkLst>
          <pc:docMk/>
          <pc:sldMk cId="1464339472" sldId="258"/>
        </pc:sldMkLst>
        <pc:spChg chg="mod">
          <ac:chgData name="Mohammad Mahdi Rastegardoost" userId="f5d36434fc58399d" providerId="LiveId" clId="{65A8DF42-931A-4289-A150-D89B2188382F}" dt="2025-11-19T17:24:53.408" v="273" actId="20577"/>
          <ac:spMkLst>
            <pc:docMk/>
            <pc:sldMk cId="1464339472" sldId="258"/>
            <ac:spMk id="2" creationId="{9AA264C5-803D-7601-0DD2-7559D967C8E4}"/>
          </ac:spMkLst>
        </pc:spChg>
        <pc:spChg chg="add del mod">
          <ac:chgData name="Mohammad Mahdi Rastegardoost" userId="f5d36434fc58399d" providerId="LiveId" clId="{65A8DF42-931A-4289-A150-D89B2188382F}" dt="2025-11-19T17:24:47.524" v="271" actId="478"/>
          <ac:spMkLst>
            <pc:docMk/>
            <pc:sldMk cId="1464339472" sldId="258"/>
            <ac:spMk id="14" creationId="{1DA18E4E-05AF-551A-4187-70BA75FC2954}"/>
          </ac:spMkLst>
        </pc:spChg>
        <pc:spChg chg="add mod">
          <ac:chgData name="Mohammad Mahdi Rastegardoost" userId="f5d36434fc58399d" providerId="LiveId" clId="{65A8DF42-931A-4289-A150-D89B2188382F}" dt="2025-11-19T17:27:27.817" v="315"/>
          <ac:spMkLst>
            <pc:docMk/>
            <pc:sldMk cId="1464339472" sldId="258"/>
            <ac:spMk id="16" creationId="{244F0821-DF02-9FAC-361B-9631041DD15A}"/>
          </ac:spMkLst>
        </pc:spChg>
        <pc:picChg chg="add mod ord">
          <ac:chgData name="Mohammad Mahdi Rastegardoost" userId="f5d36434fc58399d" providerId="LiveId" clId="{65A8DF42-931A-4289-A150-D89B2188382F}" dt="2025-11-19T17:24:14.684" v="255" actId="167"/>
          <ac:picMkLst>
            <pc:docMk/>
            <pc:sldMk cId="1464339472" sldId="258"/>
            <ac:picMk id="4" creationId="{3A7D6FAC-E9C3-8C1E-51B0-000183F03EBC}"/>
          </ac:picMkLst>
        </pc:picChg>
        <pc:picChg chg="del">
          <ac:chgData name="Mohammad Mahdi Rastegardoost" userId="f5d36434fc58399d" providerId="LiveId" clId="{65A8DF42-931A-4289-A150-D89B2188382F}" dt="2025-11-19T17:24:45.375" v="270" actId="478"/>
          <ac:picMkLst>
            <pc:docMk/>
            <pc:sldMk cId="1464339472" sldId="258"/>
            <ac:picMk id="5" creationId="{45321BF1-74ED-52F8-C69A-48A17AA27E04}"/>
          </ac:picMkLst>
        </pc:picChg>
        <pc:picChg chg="del">
          <ac:chgData name="Mohammad Mahdi Rastegardoost" userId="f5d36434fc58399d" providerId="LiveId" clId="{65A8DF42-931A-4289-A150-D89B2188382F}" dt="2025-11-19T17:24:15.820" v="256" actId="478"/>
          <ac:picMkLst>
            <pc:docMk/>
            <pc:sldMk cId="1464339472" sldId="258"/>
            <ac:picMk id="7" creationId="{0E21BBE3-5732-68D2-B5BA-DB345C966EB8}"/>
          </ac:picMkLst>
        </pc:picChg>
        <pc:picChg chg="add mod ord">
          <ac:chgData name="Mohammad Mahdi Rastegardoost" userId="f5d36434fc58399d" providerId="LiveId" clId="{65A8DF42-931A-4289-A150-D89B2188382F}" dt="2025-11-19T17:24:26.901" v="262" actId="167"/>
          <ac:picMkLst>
            <pc:docMk/>
            <pc:sldMk cId="1464339472" sldId="258"/>
            <ac:picMk id="8" creationId="{D6C22832-D373-12CA-2F4E-7490BE695651}"/>
          </ac:picMkLst>
        </pc:picChg>
        <pc:picChg chg="del mod">
          <ac:chgData name="Mohammad Mahdi Rastegardoost" userId="f5d36434fc58399d" providerId="LiveId" clId="{65A8DF42-931A-4289-A150-D89B2188382F}" dt="2025-11-19T17:24:28.113" v="263" actId="478"/>
          <ac:picMkLst>
            <pc:docMk/>
            <pc:sldMk cId="1464339472" sldId="258"/>
            <ac:picMk id="9" creationId="{F4FA5CE7-E568-E358-2B2D-132EA0C80C6E}"/>
          </ac:picMkLst>
        </pc:picChg>
        <pc:picChg chg="add mod ord">
          <ac:chgData name="Mohammad Mahdi Rastegardoost" userId="f5d36434fc58399d" providerId="LiveId" clId="{65A8DF42-931A-4289-A150-D89B2188382F}" dt="2025-11-19T17:24:44.096" v="269" actId="167"/>
          <ac:picMkLst>
            <pc:docMk/>
            <pc:sldMk cId="1464339472" sldId="258"/>
            <ac:picMk id="12" creationId="{814F2361-72DD-6D62-E0C9-8A3EA5EFA99A}"/>
          </ac:picMkLst>
        </pc:picChg>
        <pc:picChg chg="add mod">
          <ac:chgData name="Mohammad Mahdi Rastegardoost" userId="f5d36434fc58399d" providerId="LiveId" clId="{65A8DF42-931A-4289-A150-D89B2188382F}" dt="2025-11-19T17:27:27.817" v="315"/>
          <ac:picMkLst>
            <pc:docMk/>
            <pc:sldMk cId="1464339472" sldId="258"/>
            <ac:picMk id="15" creationId="{39B3D349-FA68-D2BA-527E-0B8E6D0E8849}"/>
          </ac:picMkLst>
        </pc:picChg>
        <pc:cxnChg chg="add mod">
          <ac:chgData name="Mohammad Mahdi Rastegardoost" userId="f5d36434fc58399d" providerId="LiveId" clId="{65A8DF42-931A-4289-A150-D89B2188382F}" dt="2025-11-19T17:34:49.050" v="339"/>
          <ac:cxnSpMkLst>
            <pc:docMk/>
            <pc:sldMk cId="1464339472" sldId="258"/>
            <ac:cxnSpMk id="17" creationId="{23C63059-1505-66D3-D7B1-C55D0921747F}"/>
          </ac:cxnSpMkLst>
        </pc:cxnChg>
        <pc:cxnChg chg="add mod">
          <ac:chgData name="Mohammad Mahdi Rastegardoost" userId="f5d36434fc58399d" providerId="LiveId" clId="{65A8DF42-931A-4289-A150-D89B2188382F}" dt="2025-11-19T17:34:56.351" v="342" actId="14100"/>
          <ac:cxnSpMkLst>
            <pc:docMk/>
            <pc:sldMk cId="1464339472" sldId="258"/>
            <ac:cxnSpMk id="18" creationId="{7671B063-FDFA-BA72-A88E-2C5D9CA20A61}"/>
          </ac:cxnSpMkLst>
        </pc:cxnChg>
      </pc:sldChg>
      <pc:sldChg chg="addSp delSp modSp new del mod">
        <pc:chgData name="Mohammad Mahdi Rastegardoost" userId="f5d36434fc58399d" providerId="LiveId" clId="{65A8DF42-931A-4289-A150-D89B2188382F}" dt="2025-11-19T17:22:27.816" v="138" actId="680"/>
        <pc:sldMkLst>
          <pc:docMk/>
          <pc:sldMk cId="2606245140" sldId="258"/>
        </pc:sldMkLst>
        <pc:spChg chg="add del">
          <ac:chgData name="Mohammad Mahdi Rastegardoost" userId="f5d36434fc58399d" providerId="LiveId" clId="{65A8DF42-931A-4289-A150-D89B2188382F}" dt="2025-11-19T17:22:27.242" v="137" actId="3680"/>
          <ac:spMkLst>
            <pc:docMk/>
            <pc:sldMk cId="2606245140" sldId="258"/>
            <ac:spMk id="3" creationId="{F2EB64D6-C30F-F3BE-C245-CF37C51F47CD}"/>
          </ac:spMkLst>
        </pc:spChg>
        <pc:graphicFrameChg chg="add del mod ord modGraphic">
          <ac:chgData name="Mohammad Mahdi Rastegardoost" userId="f5d36434fc58399d" providerId="LiveId" clId="{65A8DF42-931A-4289-A150-D89B2188382F}" dt="2025-11-19T17:22:27.242" v="137" actId="3680"/>
          <ac:graphicFrameMkLst>
            <pc:docMk/>
            <pc:sldMk cId="2606245140" sldId="258"/>
            <ac:graphicFrameMk id="4" creationId="{1B0CD3B0-A5B3-E353-15A0-FEAA910727AC}"/>
          </ac:graphicFrameMkLst>
        </pc:graphicFrameChg>
        <pc:picChg chg="add mod">
          <ac:chgData name="Mohammad Mahdi Rastegardoost" userId="f5d36434fc58399d" providerId="LiveId" clId="{65A8DF42-931A-4289-A150-D89B2188382F}" dt="2025-11-19T17:22:21.961" v="135"/>
          <ac:picMkLst>
            <pc:docMk/>
            <pc:sldMk cId="2606245140" sldId="258"/>
            <ac:picMk id="5" creationId="{D9ABF0F7-1BB5-83DA-15F0-B70A9609861F}"/>
          </ac:picMkLst>
        </pc:picChg>
        <pc:picChg chg="add mod">
          <ac:chgData name="Mohammad Mahdi Rastegardoost" userId="f5d36434fc58399d" providerId="LiveId" clId="{65A8DF42-931A-4289-A150-D89B2188382F}" dt="2025-11-19T17:22:23.754" v="136"/>
          <ac:picMkLst>
            <pc:docMk/>
            <pc:sldMk cId="2606245140" sldId="258"/>
            <ac:picMk id="6" creationId="{F8880984-2BFC-579E-838B-B31804B0FA2C}"/>
          </ac:picMkLst>
        </pc:picChg>
      </pc:sldChg>
      <pc:sldChg chg="addSp delSp modSp add mod">
        <pc:chgData name="Mohammad Mahdi Rastegardoost" userId="f5d36434fc58399d" providerId="LiveId" clId="{65A8DF42-931A-4289-A150-D89B2188382F}" dt="2025-11-20T21:55:22.215" v="380" actId="478"/>
        <pc:sldMkLst>
          <pc:docMk/>
          <pc:sldMk cId="4196977327" sldId="259"/>
        </pc:sldMkLst>
        <pc:spChg chg="mod">
          <ac:chgData name="Mohammad Mahdi Rastegardoost" userId="f5d36434fc58399d" providerId="LiveId" clId="{65A8DF42-931A-4289-A150-D89B2188382F}" dt="2025-11-19T17:37:29.658" v="355" actId="20577"/>
          <ac:spMkLst>
            <pc:docMk/>
            <pc:sldMk cId="4196977327" sldId="259"/>
            <ac:spMk id="2" creationId="{D298EDC5-7F46-2597-0018-CF9F9B92C592}"/>
          </ac:spMkLst>
        </pc:spChg>
        <pc:spChg chg="add mod">
          <ac:chgData name="Mohammad Mahdi Rastegardoost" userId="f5d36434fc58399d" providerId="LiveId" clId="{65A8DF42-931A-4289-A150-D89B2188382F}" dt="2025-11-19T17:36:13.605" v="347" actId="207"/>
          <ac:spMkLst>
            <pc:docMk/>
            <pc:sldMk cId="4196977327" sldId="259"/>
            <ac:spMk id="14" creationId="{3CF92860-338F-E1BB-AA30-B38C0591F16A}"/>
          </ac:spMkLst>
        </pc:spChg>
        <pc:spChg chg="add mod">
          <ac:chgData name="Mohammad Mahdi Rastegardoost" userId="f5d36434fc58399d" providerId="LiveId" clId="{65A8DF42-931A-4289-A150-D89B2188382F}" dt="2025-11-19T17:36:26.227" v="349" actId="207"/>
          <ac:spMkLst>
            <pc:docMk/>
            <pc:sldMk cId="4196977327" sldId="259"/>
            <ac:spMk id="18" creationId="{9AA1DF48-AB39-AB5D-8B10-02BB2883E9D2}"/>
          </ac:spMkLst>
        </pc:spChg>
        <pc:picChg chg="add mod ord">
          <ac:chgData name="Mohammad Mahdi Rastegardoost" userId="f5d36434fc58399d" providerId="LiveId" clId="{65A8DF42-931A-4289-A150-D89B2188382F}" dt="2025-11-20T21:54:35.722" v="363" actId="167"/>
          <ac:picMkLst>
            <pc:docMk/>
            <pc:sldMk cId="4196977327" sldId="259"/>
            <ac:picMk id="4" creationId="{85E7F4CA-C9AB-30AE-88BF-AC1FD6B1B675}"/>
          </ac:picMkLst>
        </pc:picChg>
        <pc:picChg chg="del">
          <ac:chgData name="Mohammad Mahdi Rastegardoost" userId="f5d36434fc58399d" providerId="LiveId" clId="{65A8DF42-931A-4289-A150-D89B2188382F}" dt="2025-11-19T17:25:52.172" v="297" actId="478"/>
          <ac:picMkLst>
            <pc:docMk/>
            <pc:sldMk cId="4196977327" sldId="259"/>
            <ac:picMk id="4" creationId="{EDEED52A-3FBB-D7EF-0F36-58D91C9F9FE5}"/>
          </ac:picMkLst>
        </pc:picChg>
        <pc:picChg chg="add del mod ord">
          <ac:chgData name="Mohammad Mahdi Rastegardoost" userId="f5d36434fc58399d" providerId="LiveId" clId="{65A8DF42-931A-4289-A150-D89B2188382F}" dt="2025-11-20T21:55:22.215" v="380" actId="478"/>
          <ac:picMkLst>
            <pc:docMk/>
            <pc:sldMk cId="4196977327" sldId="259"/>
            <ac:picMk id="5" creationId="{CECB26A0-AF92-42AB-3509-A30E00D413CE}"/>
          </ac:picMkLst>
        </pc:picChg>
        <pc:picChg chg="add del mod ord">
          <ac:chgData name="Mohammad Mahdi Rastegardoost" userId="f5d36434fc58399d" providerId="LiveId" clId="{65A8DF42-931A-4289-A150-D89B2188382F}" dt="2025-11-20T21:54:58.537" v="373" actId="478"/>
          <ac:picMkLst>
            <pc:docMk/>
            <pc:sldMk cId="4196977327" sldId="259"/>
            <ac:picMk id="7" creationId="{4FF7B6BF-0B67-5E6C-A9D0-4CDBFF3E6917}"/>
          </ac:picMkLst>
        </pc:picChg>
        <pc:picChg chg="add mod ord">
          <ac:chgData name="Mohammad Mahdi Rastegardoost" userId="f5d36434fc58399d" providerId="LiveId" clId="{65A8DF42-931A-4289-A150-D89B2188382F}" dt="2025-11-20T21:54:56.442" v="372" actId="167"/>
          <ac:picMkLst>
            <pc:docMk/>
            <pc:sldMk cId="4196977327" sldId="259"/>
            <ac:picMk id="8" creationId="{405A3145-38C4-4F48-D994-FCB3F26BB352}"/>
          </ac:picMkLst>
        </pc:picChg>
        <pc:picChg chg="del">
          <ac:chgData name="Mohammad Mahdi Rastegardoost" userId="f5d36434fc58399d" providerId="LiveId" clId="{65A8DF42-931A-4289-A150-D89B2188382F}" dt="2025-11-19T17:25:35.764" v="289" actId="478"/>
          <ac:picMkLst>
            <pc:docMk/>
            <pc:sldMk cId="4196977327" sldId="259"/>
            <ac:picMk id="8" creationId="{9314A385-8B0F-7AE8-FC6B-43A9C23E0A66}"/>
          </ac:picMkLst>
        </pc:picChg>
        <pc:picChg chg="add del mod ord">
          <ac:chgData name="Mohammad Mahdi Rastegardoost" userId="f5d36434fc58399d" providerId="LiveId" clId="{65A8DF42-931A-4289-A150-D89B2188382F}" dt="2025-11-20T21:54:41.190" v="366" actId="478"/>
          <ac:picMkLst>
            <pc:docMk/>
            <pc:sldMk cId="4196977327" sldId="259"/>
            <ac:picMk id="11" creationId="{B92FD1F2-2F0F-1635-D041-DB2F72FACDA6}"/>
          </ac:picMkLst>
        </pc:picChg>
        <pc:picChg chg="del">
          <ac:chgData name="Mohammad Mahdi Rastegardoost" userId="f5d36434fc58399d" providerId="LiveId" clId="{65A8DF42-931A-4289-A150-D89B2188382F}" dt="2025-11-19T17:25:23.896" v="282" actId="478"/>
          <ac:picMkLst>
            <pc:docMk/>
            <pc:sldMk cId="4196977327" sldId="259"/>
            <ac:picMk id="12" creationId="{93CE01E1-B5D2-1DE6-F5D2-6AF16F96171F}"/>
          </ac:picMkLst>
        </pc:picChg>
        <pc:picChg chg="add mod ord">
          <ac:chgData name="Mohammad Mahdi Rastegardoost" userId="f5d36434fc58399d" providerId="LiveId" clId="{65A8DF42-931A-4289-A150-D89B2188382F}" dt="2025-11-20T21:55:20.942" v="379" actId="167"/>
          <ac:picMkLst>
            <pc:docMk/>
            <pc:sldMk cId="4196977327" sldId="259"/>
            <ac:picMk id="12" creationId="{A582DE53-9ED8-F647-E4E6-0518F93A1B60}"/>
          </ac:picMkLst>
        </pc:picChg>
        <pc:picChg chg="add mod">
          <ac:chgData name="Mohammad Mahdi Rastegardoost" userId="f5d36434fc58399d" providerId="LiveId" clId="{65A8DF42-931A-4289-A150-D89B2188382F}" dt="2025-11-19T17:27:36.603" v="316"/>
          <ac:picMkLst>
            <pc:docMk/>
            <pc:sldMk cId="4196977327" sldId="259"/>
            <ac:picMk id="13" creationId="{BD91FF56-6C04-A8D3-9D30-F244C33FCD94}"/>
          </ac:picMkLst>
        </pc:picChg>
        <pc:cxnChg chg="add mod">
          <ac:chgData name="Mohammad Mahdi Rastegardoost" userId="f5d36434fc58399d" providerId="LiveId" clId="{65A8DF42-931A-4289-A150-D89B2188382F}" dt="2025-11-20T21:54:41.190" v="366" actId="478"/>
          <ac:cxnSpMkLst>
            <pc:docMk/>
            <pc:sldMk cId="4196977327" sldId="259"/>
            <ac:cxnSpMk id="15" creationId="{16BC5EEC-3BD1-84C2-AAB2-88AA6C90BE8C}"/>
          </ac:cxnSpMkLst>
        </pc:cxnChg>
      </pc:sldChg>
      <pc:sldChg chg="addSp delSp modSp new del mod">
        <pc:chgData name="Mohammad Mahdi Rastegardoost" userId="f5d36434fc58399d" providerId="LiveId" clId="{65A8DF42-931A-4289-A150-D89B2188382F}" dt="2025-11-19T17:37:16.671" v="351" actId="47"/>
        <pc:sldMkLst>
          <pc:docMk/>
          <pc:sldMk cId="2646561125" sldId="260"/>
        </pc:sldMkLst>
        <pc:spChg chg="add">
          <ac:chgData name="Mohammad Mahdi Rastegardoost" userId="f5d36434fc58399d" providerId="LiveId" clId="{65A8DF42-931A-4289-A150-D89B2188382F}" dt="2025-11-19T17:33:19.305" v="325"/>
          <ac:spMkLst>
            <pc:docMk/>
            <pc:sldMk cId="2646561125" sldId="260"/>
            <ac:spMk id="4" creationId="{9C75E4F0-EF5B-0E0E-DE1C-731D47C78B6E}"/>
          </ac:spMkLst>
        </pc:spChg>
        <pc:picChg chg="add del mod modCrop">
          <ac:chgData name="Mohammad Mahdi Rastegardoost" userId="f5d36434fc58399d" providerId="LiveId" clId="{65A8DF42-931A-4289-A150-D89B2188382F}" dt="2025-11-19T17:33:34.387" v="329" actId="21"/>
          <ac:picMkLst>
            <pc:docMk/>
            <pc:sldMk cId="2646561125" sldId="260"/>
            <ac:picMk id="5" creationId="{3520C711-7E3A-1FC9-7EFA-E9964D436AB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75D0-E566-FF39-2CA9-A65B38100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B61DB-BA41-3F40-59AB-52B656E2B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E23-55F1-F1F9-5842-E06C2592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3FDF-7B7C-1C78-0A66-70F4FD8B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B4155-92FA-54FE-5156-A67790962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1436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CA81F-85C5-99B2-8157-4303D39E3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38BF0-169A-B914-1391-DAB22250A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809045-3BF9-0B7F-FC16-8FBB213D4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1D35C-8B2D-EB98-5E5D-47D5EA557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95706-638D-A203-475B-81152C2CE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2212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C4A4D-8161-8C44-7C7B-A48AB9002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D7F51-9874-FAB9-8573-D37A486FC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BC8FE-54F9-F9CD-C66E-54A4898D5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71E73-A2C5-2A72-ABCE-F6DF2EA40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AD573-4BAF-42B7-E92D-FA849F48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6447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53D99-7DDB-3F78-E0A3-C3D253FB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C70E4-3093-ACF1-94F4-7B954298DA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9DC15-C44A-BCAE-DEED-E005C03F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FC66D-67BA-646F-9ABF-8DBB2B47F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BCB57-30E6-F1B3-5DCE-F6FD8BE4F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12A776-EDCE-6539-AAAB-401A7EE9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5756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3CADB-FCD0-3D37-2F8B-8B70A7927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79FA6A-8E95-6DC0-9B93-78F308D8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DFD730-C4BD-C949-259A-42089FA4A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203BD6-2E4C-5588-06A2-55DFBAE65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C26F66-F4C0-28ED-28A9-31917B7E5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8C1E11-DA87-6BFE-7D39-63144B0A2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556F86-9AAE-74F0-0DC2-EA4B4C48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F008D0-75C1-94E9-CC2E-65637E817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0163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110A-77B8-C0CD-3E76-C6B283E7E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38C77B-F604-4265-E03F-02585952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AC44FA-BAB0-26FC-5F6D-66FCAAE8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D14E9-876C-16F0-8912-B1C540B96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99102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F1DA29-0E9F-D228-510A-83AB65A29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90B69D-7315-3F26-A502-475C38F2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D1FF7-FD3E-4852-A268-1C0D00EF9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137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566A-3F8D-829D-C70D-29C29BC26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9CD42-9873-43BB-0DC2-6D6F854E5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A8D55-8B53-FF2B-726C-654E88231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40E81-BDF5-A00F-B6D3-22EA004B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80AE6-713C-26BE-D07F-521A70424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3BD68E-1929-CA3A-1A6E-A8A10212C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0336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A22A9-CCF3-BE9A-1950-1213F2898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03A31-BEA8-D209-2883-6306484AA1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FA9BD-76C8-193E-F937-F023EB963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4447DB-E551-88CA-A3C6-3A754AF32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637629-0BBC-8F15-EE7E-2318B4CA5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31D98-B529-62EF-9FA0-C51F8FF90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83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CC214-F4C3-6EC4-D35D-8FC9EEEF6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B3D90-34F9-6D94-93C2-96195FC853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B8360-3098-0721-9040-1461E17CA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412EF-3902-C25C-179A-75089CC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F8D03-5B20-5638-66E2-40BC86707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576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939DD3-0348-CD99-587F-0708DFFA6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99DF7-B27A-67F9-558B-2943EB5C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2BE19-E880-2532-68A4-0633EE22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701DF-F6C7-8F25-7BFA-E073BC5CC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67BBD-F5A6-FE50-47BD-57608CEF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9383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F0B5D-D7C6-4EC3-2F87-61925A9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124BA-39BD-5985-9BEF-3B3A0FE8B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BE572-BB1E-4848-F61C-7C5573D1CD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29713E-BAEA-4825-AD9D-6B7A7DA27DCC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62470-E01B-FE9A-FD46-97087B57B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7A966-D5FD-CF04-D8B3-075F87271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1268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5FA7B-4DA1-A349-7842-EF0489814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Rheology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577894-2ADC-587F-5024-12DD12492E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Acceleration Consortium</a:t>
            </a:r>
          </a:p>
          <a:p>
            <a:r>
              <a:rPr lang="en-CA" dirty="0"/>
              <a:t>SDL-5</a:t>
            </a:r>
          </a:p>
        </p:txBody>
      </p:sp>
      <p:pic>
        <p:nvPicPr>
          <p:cNvPr id="1026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5F9D5623-B0C4-E17F-DEAD-1938F7FB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732" y="3509963"/>
            <a:ext cx="3427260" cy="260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5099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56DF-BB73-0CBB-1B4C-7320E10BC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60,000 </a:t>
            </a:r>
            <a:r>
              <a:rPr lang="en-CA" dirty="0" err="1"/>
              <a:t>cP</a:t>
            </a:r>
            <a:endParaRPr lang="en-CA" dirty="0"/>
          </a:p>
        </p:txBody>
      </p:sp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4662F9F4-A3EC-EE28-9835-78E3A9E58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4"/>
            <a:ext cx="4023360" cy="2396117"/>
          </a:xfrm>
        </p:spPr>
      </p:pic>
      <p:pic>
        <p:nvPicPr>
          <p:cNvPr id="7" name="Picture 6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0F351E02-5974-48BC-FF4D-A1CFBDA09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20" y="2687781"/>
            <a:ext cx="4023360" cy="2670540"/>
          </a:xfrm>
          <a:prstGeom prst="rect">
            <a:avLst/>
          </a:prstGeom>
        </p:spPr>
      </p:pic>
      <p:pic>
        <p:nvPicPr>
          <p:cNvPr id="9" name="Picture 8" descr="A group of graphs showing different sizes of data&#10;&#10;AI-generated content may be incorrect.">
            <a:extLst>
              <a:ext uri="{FF2B5EF4-FFF2-40B4-BE49-F238E27FC236}">
                <a16:creationId xmlns:a16="http://schemas.microsoft.com/office/drawing/2014/main" id="{780A7C50-3254-4F23-CBDA-7BB14F1D88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7781"/>
            <a:ext cx="4023360" cy="2672332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2AAD27-98EE-05D8-78B2-ACB6776BD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728888"/>
              </p:ext>
            </p:extLst>
          </p:nvPr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1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830ABF0B-D604-7541-B5D8-EFC24FB7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6E80B4CB-548D-A97B-9074-275C4E3AC80D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31E273A5-D809-EADA-5CFC-ADB51FA3E7CB}"/>
              </a:ext>
            </a:extLst>
          </p:cNvPr>
          <p:cNvCxnSpPr>
            <a:cxnSpLocks/>
            <a:stCxn id="7" idx="0"/>
            <a:endCxn id="11" idx="1"/>
          </p:cNvCxnSpPr>
          <p:nvPr/>
        </p:nvCxnSpPr>
        <p:spPr>
          <a:xfrm rot="5400000" flipH="1" flipV="1">
            <a:off x="6662906" y="521787"/>
            <a:ext cx="1599089" cy="2732901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011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ECC4-85A8-429A-E13B-D00B45DD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diagram with blue and red dots&#10;&#10;AI-generated content may be incorrect.">
            <a:extLst>
              <a:ext uri="{FF2B5EF4-FFF2-40B4-BE49-F238E27FC236}">
                <a16:creationId xmlns:a16="http://schemas.microsoft.com/office/drawing/2014/main" id="{814F2361-72DD-6D62-E0C9-8A3EA5EFA9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5"/>
            <a:ext cx="4023360" cy="2396116"/>
          </a:xfrm>
          <a:prstGeom prst="rect">
            <a:avLst/>
          </a:prstGeom>
        </p:spPr>
      </p:pic>
      <p:pic>
        <p:nvPicPr>
          <p:cNvPr id="8" name="Picture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D6C22832-D373-12CA-2F4E-7490BE695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687781"/>
            <a:ext cx="4023360" cy="2670539"/>
          </a:xfrm>
          <a:prstGeom prst="rect">
            <a:avLst/>
          </a:prstGeom>
        </p:spPr>
      </p:pic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A7D6FAC-E9C3-8C1E-51B0-000183F03E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19" y="2687781"/>
            <a:ext cx="4023360" cy="2670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A264C5-803D-7601-0DD2-7559D967C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100,000 </a:t>
            </a:r>
            <a:r>
              <a:rPr lang="en-CA" dirty="0" err="1"/>
              <a:t>cP</a:t>
            </a:r>
            <a:endParaRPr lang="en-CA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946E2EC-B423-6BEA-689B-C10A4F09EFFD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5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39B3D349-FA68-D2BA-527E-0B8E6D0E8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244F0821-DF02-9FAC-361B-9631041DD15A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7671B063-FDFA-BA72-A88E-2C5D9CA20A61}"/>
              </a:ext>
            </a:extLst>
          </p:cNvPr>
          <p:cNvCxnSpPr>
            <a:cxnSpLocks/>
            <a:stCxn id="4" idx="0"/>
            <a:endCxn id="15" idx="1"/>
          </p:cNvCxnSpPr>
          <p:nvPr/>
        </p:nvCxnSpPr>
        <p:spPr>
          <a:xfrm rot="5400000" flipH="1" flipV="1">
            <a:off x="6662906" y="521786"/>
            <a:ext cx="1599089" cy="2732902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339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0021D-5DA9-758C-1E45-85175E47F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diagram of a number of boxes&#10;&#10;AI-generated content may be incorrect.">
            <a:extLst>
              <a:ext uri="{FF2B5EF4-FFF2-40B4-BE49-F238E27FC236}">
                <a16:creationId xmlns:a16="http://schemas.microsoft.com/office/drawing/2014/main" id="{A582DE53-9ED8-F647-E4E6-0518F93A1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05649"/>
            <a:ext cx="4023360" cy="2396116"/>
          </a:xfrm>
          <a:prstGeom prst="rect">
            <a:avLst/>
          </a:prstGeom>
        </p:spPr>
      </p:pic>
      <p:pic>
        <p:nvPicPr>
          <p:cNvPr id="8" name="Picture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405A3145-38C4-4F48-D994-FCB3F26BB3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687781"/>
            <a:ext cx="4023360" cy="2670539"/>
          </a:xfrm>
          <a:prstGeom prst="rect">
            <a:avLst/>
          </a:prstGeom>
        </p:spPr>
      </p:pic>
      <p:pic>
        <p:nvPicPr>
          <p:cNvPr id="4" name="Picture 3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85E7F4CA-C9AB-30AE-88BF-AC1FD6B1B6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19" y="2687780"/>
            <a:ext cx="4023360" cy="26723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8EDC5-7F46-2597-0018-CF9F9B92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HY500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11B9E0E-48A2-C1F0-C91B-58699AD49FB6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3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BD91FF56-6C04-A8D3-9D30-F244C33FCD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3CF92860-338F-E1BB-AA30-B38C0591F16A}"/>
              </a:ext>
            </a:extLst>
          </p:cNvPr>
          <p:cNvSpPr/>
          <p:nvPr/>
        </p:nvSpPr>
        <p:spPr>
          <a:xfrm>
            <a:off x="10369611" y="689874"/>
            <a:ext cx="778213" cy="338032"/>
          </a:xfrm>
          <a:prstGeom prst="ellipse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16BC5EEC-3BD1-84C2-AAB2-88AA6C90BE8C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 flipH="1" flipV="1">
            <a:off x="6662906" y="521786"/>
            <a:ext cx="1599089" cy="2732902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AA1DF48-AB39-AB5D-8B10-02BB2883E9D2}"/>
              </a:ext>
            </a:extLst>
          </p:cNvPr>
          <p:cNvSpPr/>
          <p:nvPr/>
        </p:nvSpPr>
        <p:spPr>
          <a:xfrm>
            <a:off x="9402107" y="124953"/>
            <a:ext cx="778213" cy="338032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6977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72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Rheology Study</vt:lpstr>
      <vt:lpstr>Silicon – Newtonian – 60,000 cP</vt:lpstr>
      <vt:lpstr>Silicon – Newtonian – 100,000 cP</vt:lpstr>
      <vt:lpstr>HY500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Mahdi Rastegardoost</dc:creator>
  <cp:lastModifiedBy>Mohammad Mahdi Rastegardoost</cp:lastModifiedBy>
  <cp:revision>1</cp:revision>
  <dcterms:created xsi:type="dcterms:W3CDTF">2025-11-19T17:19:33Z</dcterms:created>
  <dcterms:modified xsi:type="dcterms:W3CDTF">2025-11-20T21:55:27Z</dcterms:modified>
</cp:coreProperties>
</file>