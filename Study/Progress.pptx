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2" r:id="rId7"/>
    <p:sldId id="264" r:id="rId8"/>
    <p:sldId id="260" r:id="rId9"/>
    <p:sldId id="266" r:id="rId10"/>
    <p:sldId id="261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9B55AD-26A1-4AE3-8745-C5A26A481B81}" v="46" dt="2025-11-21T21:35:44.0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54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ad Mahdi Rastegardoost" userId="f5d36434fc58399d" providerId="LiveId" clId="{65A8DF42-931A-4289-A150-D89B2188382F}"/>
    <pc:docChg chg="undo redo custSel addSld delSld modSld sldOrd">
      <pc:chgData name="Mohammad Mahdi Rastegardoost" userId="f5d36434fc58399d" providerId="LiveId" clId="{65A8DF42-931A-4289-A150-D89B2188382F}" dt="2025-11-21T21:35:44.532" v="442" actId="962"/>
      <pc:docMkLst>
        <pc:docMk/>
      </pc:docMkLst>
      <pc:sldChg chg="addSp delSp modSp new mod">
        <pc:chgData name="Mohammad Mahdi Rastegardoost" userId="f5d36434fc58399d" providerId="LiveId" clId="{65A8DF42-931A-4289-A150-D89B2188382F}" dt="2025-11-19T17:34:09.967" v="335" actId="478"/>
        <pc:sldMkLst>
          <pc:docMk/>
          <pc:sldMk cId="2195099207" sldId="256"/>
        </pc:sldMkLst>
        <pc:spChg chg="mod">
          <ac:chgData name="Mohammad Mahdi Rastegardoost" userId="f5d36434fc58399d" providerId="LiveId" clId="{65A8DF42-931A-4289-A150-D89B2188382F}" dt="2025-11-19T17:19:54.406" v="16" actId="20577"/>
          <ac:spMkLst>
            <pc:docMk/>
            <pc:sldMk cId="2195099207" sldId="256"/>
            <ac:spMk id="2" creationId="{C065FA7B-4DA1-A349-7842-EF048981411C}"/>
          </ac:spMkLst>
        </pc:spChg>
        <pc:spChg chg="mod">
          <ac:chgData name="Mohammad Mahdi Rastegardoost" userId="f5d36434fc58399d" providerId="LiveId" clId="{65A8DF42-931A-4289-A150-D89B2188382F}" dt="2025-11-19T17:20:06.984" v="51" actId="20577"/>
          <ac:spMkLst>
            <pc:docMk/>
            <pc:sldMk cId="2195099207" sldId="256"/>
            <ac:spMk id="3" creationId="{CF577894-2ADC-587F-5024-12DD12492ED1}"/>
          </ac:spMkLst>
        </pc:spChg>
        <pc:picChg chg="add mod">
          <ac:chgData name="Mohammad Mahdi Rastegardoost" userId="f5d36434fc58399d" providerId="LiveId" clId="{65A8DF42-931A-4289-A150-D89B2188382F}" dt="2025-11-19T17:26:55.135" v="306" actId="1076"/>
          <ac:picMkLst>
            <pc:docMk/>
            <pc:sldMk cId="2195099207" sldId="256"/>
            <ac:picMk id="1026" creationId="{5F9D5623-B0C4-E17F-DEAD-1938F7FB500F}"/>
          </ac:picMkLst>
        </pc:picChg>
      </pc:sldChg>
      <pc:sldChg chg="addSp delSp modSp new mod">
        <pc:chgData name="Mohammad Mahdi Rastegardoost" userId="f5d36434fc58399d" providerId="LiveId" clId="{65A8DF42-931A-4289-A150-D89B2188382F}" dt="2025-11-21T21:01:01.192" v="430" actId="478"/>
        <pc:sldMkLst>
          <pc:docMk/>
          <pc:sldMk cId="2125011306" sldId="257"/>
        </pc:sldMkLst>
        <pc:spChg chg="mod">
          <ac:chgData name="Mohammad Mahdi Rastegardoost" userId="f5d36434fc58399d" providerId="LiveId" clId="{65A8DF42-931A-4289-A150-D89B2188382F}" dt="2025-11-21T20:59:47.985" v="410" actId="20577"/>
          <ac:spMkLst>
            <pc:docMk/>
            <pc:sldMk cId="2125011306" sldId="257"/>
            <ac:spMk id="2" creationId="{5E0056DF-BB73-0CBB-1B4C-7320E10BCA7B}"/>
          </ac:spMkLst>
        </pc:spChg>
        <pc:spChg chg="add mod">
          <ac:chgData name="Mohammad Mahdi Rastegardoost" userId="f5d36434fc58399d" providerId="LiveId" clId="{65A8DF42-931A-4289-A150-D89B2188382F}" dt="2025-11-19T17:27:25.454" v="314" actId="17032"/>
          <ac:spMkLst>
            <pc:docMk/>
            <pc:sldMk cId="2125011306" sldId="257"/>
            <ac:spMk id="12" creationId="{6E80B4CB-548D-A97B-9074-275C4E3AC80D}"/>
          </ac:spMkLst>
        </pc:spChg>
        <pc:spChg chg="add del mod">
          <ac:chgData name="Mohammad Mahdi Rastegardoost" userId="f5d36434fc58399d" providerId="LiveId" clId="{65A8DF42-931A-4289-A150-D89B2188382F}" dt="2025-11-21T21:00:35.904" v="425" actId="478"/>
          <ac:spMkLst>
            <pc:docMk/>
            <pc:sldMk cId="2125011306" sldId="257"/>
            <ac:spMk id="18" creationId="{9E23ECA9-61ED-6F5D-AF39-6465876034CC}"/>
          </ac:spMkLst>
        </pc:spChg>
        <pc:graphicFrameChg chg="add mod modGraphic">
          <ac:chgData name="Mohammad Mahdi Rastegardoost" userId="f5d36434fc58399d" providerId="LiveId" clId="{65A8DF42-931A-4289-A150-D89B2188382F}" dt="2025-11-19T17:23:52.330" v="248" actId="20577"/>
          <ac:graphicFrameMkLst>
            <pc:docMk/>
            <pc:sldMk cId="2125011306" sldId="257"/>
            <ac:graphicFrameMk id="10" creationId="{652AAD27-98EE-05D8-78B2-ACB6776BD232}"/>
          </ac:graphicFrameMkLst>
        </pc:graphicFrameChg>
        <pc:picChg chg="add mod ord">
          <ac:chgData name="Mohammad Mahdi Rastegardoost" userId="f5d36434fc58399d" providerId="LiveId" clId="{65A8DF42-931A-4289-A150-D89B2188382F}" dt="2025-11-21T20:41:52.989" v="397" actId="14100"/>
          <ac:picMkLst>
            <pc:docMk/>
            <pc:sldMk cId="2125011306" sldId="257"/>
            <ac:picMk id="3" creationId="{ED28A696-5168-9E09-2F29-888F3BD90146}"/>
          </ac:picMkLst>
        </pc:picChg>
        <pc:picChg chg="add del mod">
          <ac:chgData name="Mohammad Mahdi Rastegardoost" userId="f5d36434fc58399d" providerId="LiveId" clId="{65A8DF42-931A-4289-A150-D89B2188382F}" dt="2025-11-21T21:00:32.561" v="424" actId="478"/>
          <ac:picMkLst>
            <pc:docMk/>
            <pc:sldMk cId="2125011306" sldId="257"/>
            <ac:picMk id="5" creationId="{4662F9F4-A3EC-EE28-9835-78E3A9E58469}"/>
          </ac:picMkLst>
        </pc:picChg>
        <pc:picChg chg="add mod ord">
          <ac:chgData name="Mohammad Mahdi Rastegardoost" userId="f5d36434fc58399d" providerId="LiveId" clId="{65A8DF42-931A-4289-A150-D89B2188382F}" dt="2025-11-21T21:00:31.199" v="423" actId="167"/>
          <ac:picMkLst>
            <pc:docMk/>
            <pc:sldMk cId="2125011306" sldId="257"/>
            <ac:picMk id="6" creationId="{77DD6CE5-15BD-5030-1669-E47F48656C08}"/>
          </ac:picMkLst>
        </pc:picChg>
        <pc:picChg chg="add del mod">
          <ac:chgData name="Mohammad Mahdi Rastegardoost" userId="f5d36434fc58399d" providerId="LiveId" clId="{65A8DF42-931A-4289-A150-D89B2188382F}" dt="2025-11-21T21:00:54.431" v="428" actId="478"/>
          <ac:picMkLst>
            <pc:docMk/>
            <pc:sldMk cId="2125011306" sldId="257"/>
            <ac:picMk id="7" creationId="{0F351E02-5974-48BC-FF4D-A1CFBDA09788}"/>
          </ac:picMkLst>
        </pc:picChg>
        <pc:picChg chg="add del mod">
          <ac:chgData name="Mohammad Mahdi Rastegardoost" userId="f5d36434fc58399d" providerId="LiveId" clId="{65A8DF42-931A-4289-A150-D89B2188382F}" dt="2025-11-21T21:01:01.192" v="430" actId="478"/>
          <ac:picMkLst>
            <pc:docMk/>
            <pc:sldMk cId="2125011306" sldId="257"/>
            <ac:picMk id="9" creationId="{780A7C50-3254-4F23-CBDA-7BB14F1D88C0}"/>
          </ac:picMkLst>
        </pc:picChg>
        <pc:picChg chg="add mod">
          <ac:chgData name="Mohammad Mahdi Rastegardoost" userId="f5d36434fc58399d" providerId="LiveId" clId="{65A8DF42-931A-4289-A150-D89B2188382F}" dt="2025-11-19T17:27:16.599" v="312" actId="1076"/>
          <ac:picMkLst>
            <pc:docMk/>
            <pc:sldMk cId="2125011306" sldId="257"/>
            <ac:picMk id="11" creationId="{830ABF0B-D604-7541-B5D8-EFC24FB74EED}"/>
          </ac:picMkLst>
        </pc:picChg>
        <pc:picChg chg="add mod ord">
          <ac:chgData name="Mohammad Mahdi Rastegardoost" userId="f5d36434fc58399d" providerId="LiveId" clId="{65A8DF42-931A-4289-A150-D89B2188382F}" dt="2025-11-21T21:00:53.149" v="427" actId="167"/>
          <ac:picMkLst>
            <pc:docMk/>
            <pc:sldMk cId="2125011306" sldId="257"/>
            <ac:picMk id="13" creationId="{9115A0B2-0A15-AFE2-5BB9-13FBDC850BAA}"/>
          </ac:picMkLst>
        </pc:picChg>
        <pc:picChg chg="add mod ord">
          <ac:chgData name="Mohammad Mahdi Rastegardoost" userId="f5d36434fc58399d" providerId="LiveId" clId="{65A8DF42-931A-4289-A150-D89B2188382F}" dt="2025-11-21T21:00:59.817" v="429" actId="167"/>
          <ac:picMkLst>
            <pc:docMk/>
            <pc:sldMk cId="2125011306" sldId="257"/>
            <ac:picMk id="16" creationId="{647931B0-9085-6211-DD5A-DC3C161BF647}"/>
          </ac:picMkLst>
        </pc:picChg>
        <pc:cxnChg chg="add mod">
          <ac:chgData name="Mohammad Mahdi Rastegardoost" userId="f5d36434fc58399d" providerId="LiveId" clId="{65A8DF42-931A-4289-A150-D89B2188382F}" dt="2025-11-21T21:00:54.431" v="428" actId="478"/>
          <ac:cxnSpMkLst>
            <pc:docMk/>
            <pc:sldMk cId="2125011306" sldId="257"/>
            <ac:cxnSpMk id="14" creationId="{31E273A5-D809-EADA-5CFC-ADB51FA3E7CB}"/>
          </ac:cxnSpMkLst>
        </pc:cxnChg>
      </pc:sldChg>
      <pc:sldChg chg="addSp delSp modSp add mod">
        <pc:chgData name="Mohammad Mahdi Rastegardoost" userId="f5d36434fc58399d" providerId="LiveId" clId="{65A8DF42-931A-4289-A150-D89B2188382F}" dt="2025-11-19T17:34:56.351" v="342" actId="14100"/>
        <pc:sldMkLst>
          <pc:docMk/>
          <pc:sldMk cId="1464339472" sldId="258"/>
        </pc:sldMkLst>
        <pc:spChg chg="mod">
          <ac:chgData name="Mohammad Mahdi Rastegardoost" userId="f5d36434fc58399d" providerId="LiveId" clId="{65A8DF42-931A-4289-A150-D89B2188382F}" dt="2025-11-19T17:24:53.408" v="273" actId="20577"/>
          <ac:spMkLst>
            <pc:docMk/>
            <pc:sldMk cId="1464339472" sldId="258"/>
            <ac:spMk id="2" creationId="{9AA264C5-803D-7601-0DD2-7559D967C8E4}"/>
          </ac:spMkLst>
        </pc:spChg>
        <pc:spChg chg="add mod">
          <ac:chgData name="Mohammad Mahdi Rastegardoost" userId="f5d36434fc58399d" providerId="LiveId" clId="{65A8DF42-931A-4289-A150-D89B2188382F}" dt="2025-11-19T17:27:27.817" v="315"/>
          <ac:spMkLst>
            <pc:docMk/>
            <pc:sldMk cId="1464339472" sldId="258"/>
            <ac:spMk id="16" creationId="{244F0821-DF02-9FAC-361B-9631041DD15A}"/>
          </ac:spMkLst>
        </pc:spChg>
        <pc:picChg chg="add mod ord">
          <ac:chgData name="Mohammad Mahdi Rastegardoost" userId="f5d36434fc58399d" providerId="LiveId" clId="{65A8DF42-931A-4289-A150-D89B2188382F}" dt="2025-11-19T17:24:14.684" v="255" actId="167"/>
          <ac:picMkLst>
            <pc:docMk/>
            <pc:sldMk cId="1464339472" sldId="258"/>
            <ac:picMk id="4" creationId="{3A7D6FAC-E9C3-8C1E-51B0-000183F03EBC}"/>
          </ac:picMkLst>
        </pc:picChg>
        <pc:picChg chg="add mod ord">
          <ac:chgData name="Mohammad Mahdi Rastegardoost" userId="f5d36434fc58399d" providerId="LiveId" clId="{65A8DF42-931A-4289-A150-D89B2188382F}" dt="2025-11-19T17:24:26.901" v="262" actId="167"/>
          <ac:picMkLst>
            <pc:docMk/>
            <pc:sldMk cId="1464339472" sldId="258"/>
            <ac:picMk id="8" creationId="{D6C22832-D373-12CA-2F4E-7490BE695651}"/>
          </ac:picMkLst>
        </pc:picChg>
        <pc:picChg chg="add mod ord">
          <ac:chgData name="Mohammad Mahdi Rastegardoost" userId="f5d36434fc58399d" providerId="LiveId" clId="{65A8DF42-931A-4289-A150-D89B2188382F}" dt="2025-11-19T17:24:44.096" v="269" actId="167"/>
          <ac:picMkLst>
            <pc:docMk/>
            <pc:sldMk cId="1464339472" sldId="258"/>
            <ac:picMk id="12" creationId="{814F2361-72DD-6D62-E0C9-8A3EA5EFA99A}"/>
          </ac:picMkLst>
        </pc:picChg>
        <pc:picChg chg="add mod">
          <ac:chgData name="Mohammad Mahdi Rastegardoost" userId="f5d36434fc58399d" providerId="LiveId" clId="{65A8DF42-931A-4289-A150-D89B2188382F}" dt="2025-11-19T17:27:27.817" v="315"/>
          <ac:picMkLst>
            <pc:docMk/>
            <pc:sldMk cId="1464339472" sldId="258"/>
            <ac:picMk id="15" creationId="{39B3D349-FA68-D2BA-527E-0B8E6D0E8849}"/>
          </ac:picMkLst>
        </pc:picChg>
        <pc:cxnChg chg="add mod">
          <ac:chgData name="Mohammad Mahdi Rastegardoost" userId="f5d36434fc58399d" providerId="LiveId" clId="{65A8DF42-931A-4289-A150-D89B2188382F}" dt="2025-11-19T17:34:56.351" v="342" actId="14100"/>
          <ac:cxnSpMkLst>
            <pc:docMk/>
            <pc:sldMk cId="1464339472" sldId="258"/>
            <ac:cxnSpMk id="18" creationId="{7671B063-FDFA-BA72-A88E-2C5D9CA20A61}"/>
          </ac:cxnSpMkLst>
        </pc:cxnChg>
      </pc:sldChg>
      <pc:sldChg chg="addSp delSp modSp add mod">
        <pc:chgData name="Mohammad Mahdi Rastegardoost" userId="f5d36434fc58399d" providerId="LiveId" clId="{65A8DF42-931A-4289-A150-D89B2188382F}" dt="2025-11-20T21:55:22.215" v="380" actId="478"/>
        <pc:sldMkLst>
          <pc:docMk/>
          <pc:sldMk cId="4196977327" sldId="259"/>
        </pc:sldMkLst>
        <pc:spChg chg="mod">
          <ac:chgData name="Mohammad Mahdi Rastegardoost" userId="f5d36434fc58399d" providerId="LiveId" clId="{65A8DF42-931A-4289-A150-D89B2188382F}" dt="2025-11-19T17:37:29.658" v="355" actId="20577"/>
          <ac:spMkLst>
            <pc:docMk/>
            <pc:sldMk cId="4196977327" sldId="259"/>
            <ac:spMk id="2" creationId="{D298EDC5-7F46-2597-0018-CF9F9B92C592}"/>
          </ac:spMkLst>
        </pc:spChg>
        <pc:spChg chg="add mod">
          <ac:chgData name="Mohammad Mahdi Rastegardoost" userId="f5d36434fc58399d" providerId="LiveId" clId="{65A8DF42-931A-4289-A150-D89B2188382F}" dt="2025-11-19T17:36:13.605" v="347" actId="207"/>
          <ac:spMkLst>
            <pc:docMk/>
            <pc:sldMk cId="4196977327" sldId="259"/>
            <ac:spMk id="14" creationId="{3CF92860-338F-E1BB-AA30-B38C0591F16A}"/>
          </ac:spMkLst>
        </pc:spChg>
        <pc:spChg chg="add mod">
          <ac:chgData name="Mohammad Mahdi Rastegardoost" userId="f5d36434fc58399d" providerId="LiveId" clId="{65A8DF42-931A-4289-A150-D89B2188382F}" dt="2025-11-19T17:36:26.227" v="349" actId="207"/>
          <ac:spMkLst>
            <pc:docMk/>
            <pc:sldMk cId="4196977327" sldId="259"/>
            <ac:spMk id="18" creationId="{9AA1DF48-AB39-AB5D-8B10-02BB2883E9D2}"/>
          </ac:spMkLst>
        </pc:spChg>
        <pc:picChg chg="add mod ord">
          <ac:chgData name="Mohammad Mahdi Rastegardoost" userId="f5d36434fc58399d" providerId="LiveId" clId="{65A8DF42-931A-4289-A150-D89B2188382F}" dt="2025-11-20T21:54:35.722" v="363" actId="167"/>
          <ac:picMkLst>
            <pc:docMk/>
            <pc:sldMk cId="4196977327" sldId="259"/>
            <ac:picMk id="4" creationId="{85E7F4CA-C9AB-30AE-88BF-AC1FD6B1B675}"/>
          </ac:picMkLst>
        </pc:picChg>
        <pc:picChg chg="add del mod ord">
          <ac:chgData name="Mohammad Mahdi Rastegardoost" userId="f5d36434fc58399d" providerId="LiveId" clId="{65A8DF42-931A-4289-A150-D89B2188382F}" dt="2025-11-20T21:55:22.215" v="380" actId="478"/>
          <ac:picMkLst>
            <pc:docMk/>
            <pc:sldMk cId="4196977327" sldId="259"/>
            <ac:picMk id="5" creationId="{CECB26A0-AF92-42AB-3509-A30E00D413CE}"/>
          </ac:picMkLst>
        </pc:picChg>
        <pc:picChg chg="add del mod ord">
          <ac:chgData name="Mohammad Mahdi Rastegardoost" userId="f5d36434fc58399d" providerId="LiveId" clId="{65A8DF42-931A-4289-A150-D89B2188382F}" dt="2025-11-20T21:54:58.537" v="373" actId="478"/>
          <ac:picMkLst>
            <pc:docMk/>
            <pc:sldMk cId="4196977327" sldId="259"/>
            <ac:picMk id="7" creationId="{4FF7B6BF-0B67-5E6C-A9D0-4CDBFF3E6917}"/>
          </ac:picMkLst>
        </pc:picChg>
        <pc:picChg chg="add mod ord">
          <ac:chgData name="Mohammad Mahdi Rastegardoost" userId="f5d36434fc58399d" providerId="LiveId" clId="{65A8DF42-931A-4289-A150-D89B2188382F}" dt="2025-11-20T21:54:56.442" v="372" actId="167"/>
          <ac:picMkLst>
            <pc:docMk/>
            <pc:sldMk cId="4196977327" sldId="259"/>
            <ac:picMk id="8" creationId="{405A3145-38C4-4F48-D994-FCB3F26BB352}"/>
          </ac:picMkLst>
        </pc:picChg>
        <pc:picChg chg="add del mod ord">
          <ac:chgData name="Mohammad Mahdi Rastegardoost" userId="f5d36434fc58399d" providerId="LiveId" clId="{65A8DF42-931A-4289-A150-D89B2188382F}" dt="2025-11-20T21:54:41.190" v="366" actId="478"/>
          <ac:picMkLst>
            <pc:docMk/>
            <pc:sldMk cId="4196977327" sldId="259"/>
            <ac:picMk id="11" creationId="{B92FD1F2-2F0F-1635-D041-DB2F72FACDA6}"/>
          </ac:picMkLst>
        </pc:picChg>
        <pc:picChg chg="add mod ord">
          <ac:chgData name="Mohammad Mahdi Rastegardoost" userId="f5d36434fc58399d" providerId="LiveId" clId="{65A8DF42-931A-4289-A150-D89B2188382F}" dt="2025-11-20T21:55:20.942" v="379" actId="167"/>
          <ac:picMkLst>
            <pc:docMk/>
            <pc:sldMk cId="4196977327" sldId="259"/>
            <ac:picMk id="12" creationId="{A582DE53-9ED8-F647-E4E6-0518F93A1B60}"/>
          </ac:picMkLst>
        </pc:picChg>
        <pc:picChg chg="add mod">
          <ac:chgData name="Mohammad Mahdi Rastegardoost" userId="f5d36434fc58399d" providerId="LiveId" clId="{65A8DF42-931A-4289-A150-D89B2188382F}" dt="2025-11-19T17:27:36.603" v="316"/>
          <ac:picMkLst>
            <pc:docMk/>
            <pc:sldMk cId="4196977327" sldId="259"/>
            <ac:picMk id="13" creationId="{BD91FF56-6C04-A8D3-9D30-F244C33FCD94}"/>
          </ac:picMkLst>
        </pc:picChg>
        <pc:cxnChg chg="add mod">
          <ac:chgData name="Mohammad Mahdi Rastegardoost" userId="f5d36434fc58399d" providerId="LiveId" clId="{65A8DF42-931A-4289-A150-D89B2188382F}" dt="2025-11-20T21:54:41.190" v="366" actId="478"/>
          <ac:cxnSpMkLst>
            <pc:docMk/>
            <pc:sldMk cId="4196977327" sldId="259"/>
            <ac:cxnSpMk id="15" creationId="{16BC5EEC-3BD1-84C2-AAB2-88AA6C90BE8C}"/>
          </ac:cxnSpMkLst>
        </pc:cxnChg>
      </pc:sldChg>
      <pc:sldChg chg="addSp delSp modSp new mod modClrScheme chgLayout">
        <pc:chgData name="Mohammad Mahdi Rastegardoost" userId="f5d36434fc58399d" providerId="LiveId" clId="{65A8DF42-931A-4289-A150-D89B2188382F}" dt="2025-11-21T20:41:54.806" v="398" actId="21"/>
        <pc:sldMkLst>
          <pc:docMk/>
          <pc:sldMk cId="1581567201" sldId="260"/>
        </pc:sldMkLst>
        <pc:spChg chg="del">
          <ac:chgData name="Mohammad Mahdi Rastegardoost" userId="f5d36434fc58399d" providerId="LiveId" clId="{65A8DF42-931A-4289-A150-D89B2188382F}" dt="2025-11-21T20:40:58.394" v="382" actId="700"/>
          <ac:spMkLst>
            <pc:docMk/>
            <pc:sldMk cId="1581567201" sldId="260"/>
            <ac:spMk id="2" creationId="{04AE4FAF-F0D7-D9EC-817E-3A6ADDF61810}"/>
          </ac:spMkLst>
        </pc:spChg>
        <pc:spChg chg="del">
          <ac:chgData name="Mohammad Mahdi Rastegardoost" userId="f5d36434fc58399d" providerId="LiveId" clId="{65A8DF42-931A-4289-A150-D89B2188382F}" dt="2025-11-21T20:40:58.394" v="382" actId="700"/>
          <ac:spMkLst>
            <pc:docMk/>
            <pc:sldMk cId="1581567201" sldId="260"/>
            <ac:spMk id="3" creationId="{2949D81D-93D8-2B8C-39DB-80BB6A13068A}"/>
          </ac:spMkLst>
        </pc:spChg>
        <pc:picChg chg="add del mod">
          <ac:chgData name="Mohammad Mahdi Rastegardoost" userId="f5d36434fc58399d" providerId="LiveId" clId="{65A8DF42-931A-4289-A150-D89B2188382F}" dt="2025-11-21T20:41:54.806" v="398" actId="21"/>
          <ac:picMkLst>
            <pc:docMk/>
            <pc:sldMk cId="1581567201" sldId="260"/>
            <ac:picMk id="5" creationId="{ED28A696-5168-9E09-2F29-888F3BD90146}"/>
          </ac:picMkLst>
        </pc:picChg>
      </pc:sldChg>
      <pc:sldChg chg="addSp modSp new mod">
        <pc:chgData name="Mohammad Mahdi Rastegardoost" userId="f5d36434fc58399d" providerId="LiveId" clId="{65A8DF42-931A-4289-A150-D89B2188382F}" dt="2025-11-21T20:44:00.860" v="401" actId="27614"/>
        <pc:sldMkLst>
          <pc:docMk/>
          <pc:sldMk cId="936181188" sldId="261"/>
        </pc:sldMkLst>
        <pc:picChg chg="add mod">
          <ac:chgData name="Mohammad Mahdi Rastegardoost" userId="f5d36434fc58399d" providerId="LiveId" clId="{65A8DF42-931A-4289-A150-D89B2188382F}" dt="2025-11-21T20:44:00.860" v="401" actId="27614"/>
          <ac:picMkLst>
            <pc:docMk/>
            <pc:sldMk cId="936181188" sldId="261"/>
            <ac:picMk id="3" creationId="{E7E8E9C6-3334-D683-7FEA-A7E6C48B5ACD}"/>
          </ac:picMkLst>
        </pc:picChg>
      </pc:sldChg>
      <pc:sldChg chg="addSp modSp new mod ord">
        <pc:chgData name="Mohammad Mahdi Rastegardoost" userId="f5d36434fc58399d" providerId="LiveId" clId="{65A8DF42-931A-4289-A150-D89B2188382F}" dt="2025-11-21T20:52:45.236" v="407"/>
        <pc:sldMkLst>
          <pc:docMk/>
          <pc:sldMk cId="2860284634" sldId="262"/>
        </pc:sldMkLst>
        <pc:picChg chg="add mod">
          <ac:chgData name="Mohammad Mahdi Rastegardoost" userId="f5d36434fc58399d" providerId="LiveId" clId="{65A8DF42-931A-4289-A150-D89B2188382F}" dt="2025-11-21T20:50:48.756" v="405" actId="962"/>
          <ac:picMkLst>
            <pc:docMk/>
            <pc:sldMk cId="2860284634" sldId="262"/>
            <ac:picMk id="3" creationId="{5B92C276-54C5-E80A-F87D-241D3B27CD77}"/>
          </ac:picMkLst>
        </pc:picChg>
      </pc:sldChg>
      <pc:sldChg chg="add">
        <pc:chgData name="Mohammad Mahdi Rastegardoost" userId="f5d36434fc58399d" providerId="LiveId" clId="{65A8DF42-931A-4289-A150-D89B2188382F}" dt="2025-11-21T20:59:44.879" v="408" actId="2890"/>
        <pc:sldMkLst>
          <pc:docMk/>
          <pc:sldMk cId="4206293272" sldId="263"/>
        </pc:sldMkLst>
      </pc:sldChg>
      <pc:sldChg chg="addSp modSp new mod">
        <pc:chgData name="Mohammad Mahdi Rastegardoost" userId="f5d36434fc58399d" providerId="LiveId" clId="{65A8DF42-931A-4289-A150-D89B2188382F}" dt="2025-11-21T21:32:44.037" v="434" actId="962"/>
        <pc:sldMkLst>
          <pc:docMk/>
          <pc:sldMk cId="190185039" sldId="264"/>
        </pc:sldMkLst>
        <pc:picChg chg="add mod">
          <ac:chgData name="Mohammad Mahdi Rastegardoost" userId="f5d36434fc58399d" providerId="LiveId" clId="{65A8DF42-931A-4289-A150-D89B2188382F}" dt="2025-11-21T21:32:44.037" v="434" actId="962"/>
          <ac:picMkLst>
            <pc:docMk/>
            <pc:sldMk cId="190185039" sldId="264"/>
            <ac:picMk id="3" creationId="{A4641AEB-2449-6D49-6CE7-C77D149B6F08}"/>
          </ac:picMkLst>
        </pc:picChg>
      </pc:sldChg>
      <pc:sldChg chg="addSp modSp new mod">
        <pc:chgData name="Mohammad Mahdi Rastegardoost" userId="f5d36434fc58399d" providerId="LiveId" clId="{65A8DF42-931A-4289-A150-D89B2188382F}" dt="2025-11-21T21:35:33.153" v="438" actId="962"/>
        <pc:sldMkLst>
          <pc:docMk/>
          <pc:sldMk cId="3594541385" sldId="265"/>
        </pc:sldMkLst>
        <pc:picChg chg="add mod">
          <ac:chgData name="Mohammad Mahdi Rastegardoost" userId="f5d36434fc58399d" providerId="LiveId" clId="{65A8DF42-931A-4289-A150-D89B2188382F}" dt="2025-11-21T21:35:33.153" v="438" actId="962"/>
          <ac:picMkLst>
            <pc:docMk/>
            <pc:sldMk cId="3594541385" sldId="265"/>
            <ac:picMk id="3" creationId="{92B938CC-6647-A39B-19BD-2936A034AA21}"/>
          </ac:picMkLst>
        </pc:picChg>
      </pc:sldChg>
      <pc:sldChg chg="addSp modSp new mod">
        <pc:chgData name="Mohammad Mahdi Rastegardoost" userId="f5d36434fc58399d" providerId="LiveId" clId="{65A8DF42-931A-4289-A150-D89B2188382F}" dt="2025-11-21T21:35:44.532" v="442" actId="962"/>
        <pc:sldMkLst>
          <pc:docMk/>
          <pc:sldMk cId="1660443152" sldId="266"/>
        </pc:sldMkLst>
        <pc:picChg chg="add mod">
          <ac:chgData name="Mohammad Mahdi Rastegardoost" userId="f5d36434fc58399d" providerId="LiveId" clId="{65A8DF42-931A-4289-A150-D89B2188382F}" dt="2025-11-21T21:35:44.532" v="442" actId="962"/>
          <ac:picMkLst>
            <pc:docMk/>
            <pc:sldMk cId="1660443152" sldId="266"/>
            <ac:picMk id="3" creationId="{3A12D30E-2054-F222-4753-B044C3AB35D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275D0-E566-FF39-2CA9-A65B38100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6B61DB-BA41-3F40-59AB-52B656E2B0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9EE23-55F1-F1F9-5842-E06C25925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713E-BAEA-4825-AD9D-6B7A7DA27DCC}" type="datetimeFigureOut">
              <a:rPr lang="en-CA" smtClean="0"/>
              <a:t>2025-11-21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33FDF-7B7C-1C78-0A66-70F4FD8B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5B4155-92FA-54FE-5156-A67790962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2EC6-E1B9-4583-8AA3-B50DC79E4D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51436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CA81F-85C5-99B2-8157-4303D39E3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38BF0-169A-B914-1391-DAB22250AA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809045-3BF9-0B7F-FC16-8FBB213D4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713E-BAEA-4825-AD9D-6B7A7DA27DCC}" type="datetimeFigureOut">
              <a:rPr lang="en-CA" smtClean="0"/>
              <a:t>2025-11-21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C1D35C-8B2D-EB98-5E5D-47D5EA557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95706-638D-A203-475B-81152C2CE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2EC6-E1B9-4583-8AA3-B50DC79E4D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02212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AC4A4D-8161-8C44-7C7B-A48AB9002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9D7F51-9874-FAB9-8573-D37A486FCC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BBC8FE-54F9-F9CD-C66E-54A4898D5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713E-BAEA-4825-AD9D-6B7A7DA27DCC}" type="datetimeFigureOut">
              <a:rPr lang="en-CA" smtClean="0"/>
              <a:t>2025-11-21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471E73-A2C5-2A72-ABCE-F6DF2EA40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AD573-4BAF-42B7-E92D-FA849F48A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2EC6-E1B9-4583-8AA3-B50DC79E4D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6447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53D99-7DDB-3F78-E0A3-C3D253FB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C70E4-3093-ACF1-94F4-7B954298D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9DC15-C44A-BCAE-DEED-E005C03F6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8FC66D-67BA-646F-9ABF-8DBB2B47F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713E-BAEA-4825-AD9D-6B7A7DA27DCC}" type="datetimeFigureOut">
              <a:rPr lang="en-CA" smtClean="0"/>
              <a:t>2025-11-21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BCB57-30E6-F1B3-5DCE-F6FD8BE4F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12A776-EDCE-6539-AAAB-401A7EE9F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2EC6-E1B9-4583-8AA3-B50DC79E4D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55756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3CADB-FCD0-3D37-2F8B-8B70A7927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9FA6A-8E95-6DC0-9B93-78F308D81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FD730-C4BD-C949-259A-42089FA4AB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03BD6-2E4C-5588-06A2-55DFBAE65A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C26F66-F4C0-28ED-28A9-31917B7E5F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28C1E11-DA87-6BFE-7D39-63144B0A2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713E-BAEA-4825-AD9D-6B7A7DA27DCC}" type="datetimeFigureOut">
              <a:rPr lang="en-CA" smtClean="0"/>
              <a:t>2025-11-21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556F86-9AAE-74F0-0DC2-EA4B4C48F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F008D0-75C1-94E9-CC2E-65637E817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2EC6-E1B9-4583-8AA3-B50DC79E4D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00163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8110A-77B8-C0CD-3E76-C6B283E7E2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F38C77B-F604-4265-E03F-02585952A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713E-BAEA-4825-AD9D-6B7A7DA27DCC}" type="datetimeFigureOut">
              <a:rPr lang="en-CA" smtClean="0"/>
              <a:t>2025-11-21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C44FA-BAB0-26FC-5F6D-66FCAAE87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9D14E9-876C-16F0-8912-B1C540B96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2EC6-E1B9-4583-8AA3-B50DC79E4D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991024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F1DA29-0E9F-D228-510A-83AB65A2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713E-BAEA-4825-AD9D-6B7A7DA27DCC}" type="datetimeFigureOut">
              <a:rPr lang="en-CA" smtClean="0"/>
              <a:t>2025-11-21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90B69D-7315-3F26-A502-475C38F25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4D1FF7-FD3E-4852-A268-1C0D00EF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2EC6-E1B9-4583-8AA3-B50DC79E4D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221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3566A-3F8D-829D-C70D-29C29BC26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9CD42-9873-43BB-0DC2-6D6F854E5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1A8D55-8B53-FF2B-726C-654E882313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40E81-BDF5-A00F-B6D3-22EA004B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713E-BAEA-4825-AD9D-6B7A7DA27DCC}" type="datetimeFigureOut">
              <a:rPr lang="en-CA" smtClean="0"/>
              <a:t>2025-11-21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80AE6-713C-26BE-D07F-521A70424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3BD68E-1929-CA3A-1A6E-A8A10212C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2EC6-E1B9-4583-8AA3-B50DC79E4D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10336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A22A9-CCF3-BE9A-1950-1213F289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A03A31-BEA8-D209-2883-6306484AA1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BFA9BD-76C8-193E-F937-F023EB9638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4447DB-E551-88CA-A3C6-3A754AF32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713E-BAEA-4825-AD9D-6B7A7DA27DCC}" type="datetimeFigureOut">
              <a:rPr lang="en-CA" smtClean="0"/>
              <a:t>2025-11-21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637629-0BBC-8F15-EE7E-2318B4CA5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31D98-B529-62EF-9FA0-C51F8FF90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2EC6-E1B9-4583-8AA3-B50DC79E4D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96838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CC214-F4C3-6EC4-D35D-8FC9EEEF6D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DB3D90-34F9-6D94-93C2-96195FC85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B8360-3098-0721-9040-1461E17CA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713E-BAEA-4825-AD9D-6B7A7DA27DCC}" type="datetimeFigureOut">
              <a:rPr lang="en-CA" smtClean="0"/>
              <a:t>2025-11-21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412EF-3902-C25C-179A-75089CCA8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7F8D03-5B20-5638-66E2-40BC8670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2EC6-E1B9-4583-8AA3-B50DC79E4D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45768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939DD3-0348-CD99-587F-0708DFFA63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A99DF7-B27A-67F9-558B-2943EB5CA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2BE19-E880-2532-68A4-0633EE22F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9713E-BAEA-4825-AD9D-6B7A7DA27DCC}" type="datetimeFigureOut">
              <a:rPr lang="en-CA" smtClean="0"/>
              <a:t>2025-11-21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8701DF-F6C7-8F25-7BFA-E073BC5CC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67BBD-F5A6-FE50-47BD-57608CEFC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6D2EC6-E1B9-4583-8AA3-B50DC79E4D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9383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9F0B5D-D7C6-4EC3-2F87-61925A9A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E124BA-39BD-5985-9BEF-3B3A0FE8B6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7BE572-BB1E-4848-F61C-7C5573D1CD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29713E-BAEA-4825-AD9D-6B7A7DA27DCC}" type="datetimeFigureOut">
              <a:rPr lang="en-CA" smtClean="0"/>
              <a:t>2025-11-21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62470-E01B-FE9A-FD46-97087B57B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7A966-D5FD-CF04-D8B3-075F872712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6D2EC6-E1B9-4583-8AA3-B50DC79E4D0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1268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5FA7B-4DA1-A349-7842-EF04898141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A" dirty="0"/>
              <a:t>Rheology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577894-2ADC-587F-5024-12DD12492E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A" dirty="0"/>
              <a:t>Acceleration Consortium</a:t>
            </a:r>
          </a:p>
          <a:p>
            <a:r>
              <a:rPr lang="en-CA" dirty="0"/>
              <a:t>SDL-5</a:t>
            </a:r>
          </a:p>
        </p:txBody>
      </p:sp>
      <p:pic>
        <p:nvPicPr>
          <p:cNvPr id="1026" name="Picture 2" descr="1 Flow curves (shear stress vs shear rate) for different types of flow... |  Download Scientific Diagram">
            <a:extLst>
              <a:ext uri="{FF2B5EF4-FFF2-40B4-BE49-F238E27FC236}">
                <a16:creationId xmlns:a16="http://schemas.microsoft.com/office/drawing/2014/main" id="{5F9D5623-B0C4-E17F-DEAD-1938F7FB50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732" y="3509963"/>
            <a:ext cx="3427260" cy="2605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5099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A group of graphs with different colored dots&#10;&#10;AI-generated content may be incorrect.">
            <a:extLst>
              <a:ext uri="{FF2B5EF4-FFF2-40B4-BE49-F238E27FC236}">
                <a16:creationId xmlns:a16="http://schemas.microsoft.com/office/drawing/2014/main" id="{647931B0-9085-6211-DD5A-DC3C161BF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6122"/>
            <a:ext cx="4023360" cy="2670539"/>
          </a:xfrm>
          <a:prstGeom prst="rect">
            <a:avLst/>
          </a:prstGeom>
        </p:spPr>
      </p:pic>
      <p:pic>
        <p:nvPicPr>
          <p:cNvPr id="13" name="Picture 12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9115A0B2-0A15-AFE2-5BB9-13FBDC850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320" y="2687780"/>
            <a:ext cx="4023360" cy="2670539"/>
          </a:xfrm>
          <a:prstGeom prst="rect">
            <a:avLst/>
          </a:prstGeom>
        </p:spPr>
      </p:pic>
      <p:pic>
        <p:nvPicPr>
          <p:cNvPr id="6" name="Picture 5" descr="A diagram of a diagram&#10;&#10;AI-generated content may be incorrect.">
            <a:extLst>
              <a:ext uri="{FF2B5EF4-FFF2-40B4-BE49-F238E27FC236}">
                <a16:creationId xmlns:a16="http://schemas.microsoft.com/office/drawing/2014/main" id="{77DD6CE5-15BD-5030-1669-E47F48656C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0" y="2813333"/>
            <a:ext cx="4023360" cy="23961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0056DF-BB73-0CBB-1B4C-7320E10BC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Silicon – Newtonian – 30,000 </a:t>
            </a:r>
            <a:r>
              <a:rPr lang="en-CA" dirty="0" err="1"/>
              <a:t>cP</a:t>
            </a:r>
            <a:endParaRPr lang="en-CA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52AAD27-98EE-05D8-78B2-ACB6776BD2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2728888"/>
              </p:ext>
            </p:extLst>
          </p:nvPr>
        </p:nvGraphicFramePr>
        <p:xfrm>
          <a:off x="90790" y="2165845"/>
          <a:ext cx="1201041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473">
                  <a:extLst>
                    <a:ext uri="{9D8B030D-6E8A-4147-A177-3AD203B41FA5}">
                      <a16:colId xmlns:a16="http://schemas.microsoft.com/office/drawing/2014/main" val="1095192394"/>
                    </a:ext>
                  </a:extLst>
                </a:gridCol>
                <a:gridCol w="4003473">
                  <a:extLst>
                    <a:ext uri="{9D8B030D-6E8A-4147-A177-3AD203B41FA5}">
                      <a16:colId xmlns:a16="http://schemas.microsoft.com/office/drawing/2014/main" val="1335469729"/>
                    </a:ext>
                  </a:extLst>
                </a:gridCol>
                <a:gridCol w="4003473">
                  <a:extLst>
                    <a:ext uri="{9D8B030D-6E8A-4147-A177-3AD203B41FA5}">
                      <a16:colId xmlns:a16="http://schemas.microsoft.com/office/drawing/2014/main" val="755195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Raw Data of Torque(%)-Spees (rpm)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Fitted Curve on Stress-Strain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Calculated Viscosity (</a:t>
                      </a:r>
                      <a:r>
                        <a:rPr lang="en-CA" dirty="0" err="1"/>
                        <a:t>cP</a:t>
                      </a:r>
                      <a:r>
                        <a:rPr lang="en-CA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236010"/>
                  </a:ext>
                </a:extLst>
              </a:tr>
            </a:tbl>
          </a:graphicData>
        </a:graphic>
      </p:graphicFrame>
      <p:pic>
        <p:nvPicPr>
          <p:cNvPr id="11" name="Picture 2" descr="1 Flow curves (shear stress vs shear rate) for different types of flow... |  Download Scientific Diagram">
            <a:extLst>
              <a:ext uri="{FF2B5EF4-FFF2-40B4-BE49-F238E27FC236}">
                <a16:creationId xmlns:a16="http://schemas.microsoft.com/office/drawing/2014/main" id="{830ABF0B-D604-7541-B5D8-EFC24FB74E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901" y="82694"/>
            <a:ext cx="2646986" cy="201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6E80B4CB-548D-A97B-9074-275C4E3AC80D}"/>
              </a:ext>
            </a:extLst>
          </p:cNvPr>
          <p:cNvSpPr/>
          <p:nvPr/>
        </p:nvSpPr>
        <p:spPr>
          <a:xfrm>
            <a:off x="10252953" y="1088691"/>
            <a:ext cx="778213" cy="33803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31E273A5-D809-EADA-5CFC-ADB51FA3E7CB}"/>
              </a:ext>
            </a:extLst>
          </p:cNvPr>
          <p:cNvCxnSpPr>
            <a:cxnSpLocks/>
            <a:endCxn id="11" idx="1"/>
          </p:cNvCxnSpPr>
          <p:nvPr/>
        </p:nvCxnSpPr>
        <p:spPr>
          <a:xfrm rot="5400000" flipH="1" flipV="1">
            <a:off x="6662906" y="521787"/>
            <a:ext cx="1599089" cy="2732901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5011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1FA9-D89F-9B8C-70C6-AC6DB6D7EB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95F0D-27DB-A303-EBE9-6E994D9EA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Silicon – Newtonian – 60,000 </a:t>
            </a:r>
            <a:r>
              <a:rPr lang="en-CA" dirty="0" err="1"/>
              <a:t>cP</a:t>
            </a:r>
            <a:endParaRPr lang="en-CA" dirty="0"/>
          </a:p>
        </p:txBody>
      </p:sp>
      <p:pic>
        <p:nvPicPr>
          <p:cNvPr id="5" name="Content Placeholder 4" descr="A diagram of a diagram&#10;&#10;AI-generated content may be incorrect.">
            <a:extLst>
              <a:ext uri="{FF2B5EF4-FFF2-40B4-BE49-F238E27FC236}">
                <a16:creationId xmlns:a16="http://schemas.microsoft.com/office/drawing/2014/main" id="{1CA65E6F-1148-8CB5-8AA8-520E4F992C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0" y="2813334"/>
            <a:ext cx="4023360" cy="2396117"/>
          </a:xfrm>
        </p:spPr>
      </p:pic>
      <p:pic>
        <p:nvPicPr>
          <p:cNvPr id="7" name="Picture 6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84F3D55B-0A39-958C-52AF-C8B7BA4562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320" y="2687781"/>
            <a:ext cx="4023360" cy="2670540"/>
          </a:xfrm>
          <a:prstGeom prst="rect">
            <a:avLst/>
          </a:prstGeom>
        </p:spPr>
      </p:pic>
      <p:pic>
        <p:nvPicPr>
          <p:cNvPr id="9" name="Picture 8" descr="A group of graphs showing different sizes of data&#10;&#10;AI-generated content may be incorrect.">
            <a:extLst>
              <a:ext uri="{FF2B5EF4-FFF2-40B4-BE49-F238E27FC236}">
                <a16:creationId xmlns:a16="http://schemas.microsoft.com/office/drawing/2014/main" id="{12781D38-D05A-192A-21A3-CE8AAAE675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7781"/>
            <a:ext cx="4023360" cy="2672332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8D7C81B6-EE2F-8DF6-AD88-EFB4519EFF3D}"/>
              </a:ext>
            </a:extLst>
          </p:cNvPr>
          <p:cNvGraphicFramePr>
            <a:graphicFrameLocks noGrp="1"/>
          </p:cNvGraphicFramePr>
          <p:nvPr/>
        </p:nvGraphicFramePr>
        <p:xfrm>
          <a:off x="90790" y="2165845"/>
          <a:ext cx="1201041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473">
                  <a:extLst>
                    <a:ext uri="{9D8B030D-6E8A-4147-A177-3AD203B41FA5}">
                      <a16:colId xmlns:a16="http://schemas.microsoft.com/office/drawing/2014/main" val="1095192394"/>
                    </a:ext>
                  </a:extLst>
                </a:gridCol>
                <a:gridCol w="4003473">
                  <a:extLst>
                    <a:ext uri="{9D8B030D-6E8A-4147-A177-3AD203B41FA5}">
                      <a16:colId xmlns:a16="http://schemas.microsoft.com/office/drawing/2014/main" val="1335469729"/>
                    </a:ext>
                  </a:extLst>
                </a:gridCol>
                <a:gridCol w="4003473">
                  <a:extLst>
                    <a:ext uri="{9D8B030D-6E8A-4147-A177-3AD203B41FA5}">
                      <a16:colId xmlns:a16="http://schemas.microsoft.com/office/drawing/2014/main" val="755195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Raw Data of Torque(%)-Spees (rpm)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Fitted Curve on Stress-Strain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Calculated Viscosity (</a:t>
                      </a:r>
                      <a:r>
                        <a:rPr lang="en-CA" dirty="0" err="1"/>
                        <a:t>cP</a:t>
                      </a:r>
                      <a:r>
                        <a:rPr lang="en-CA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236010"/>
                  </a:ext>
                </a:extLst>
              </a:tr>
            </a:tbl>
          </a:graphicData>
        </a:graphic>
      </p:graphicFrame>
      <p:pic>
        <p:nvPicPr>
          <p:cNvPr id="11" name="Picture 2" descr="1 Flow curves (shear stress vs shear rate) for different types of flow... |  Download Scientific Diagram">
            <a:extLst>
              <a:ext uri="{FF2B5EF4-FFF2-40B4-BE49-F238E27FC236}">
                <a16:creationId xmlns:a16="http://schemas.microsoft.com/office/drawing/2014/main" id="{69EF164E-085C-646C-180E-73484CF08F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901" y="82694"/>
            <a:ext cx="2646986" cy="201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C1CBFB4-00F7-3347-D7E9-D7383B25B6E3}"/>
              </a:ext>
            </a:extLst>
          </p:cNvPr>
          <p:cNvSpPr/>
          <p:nvPr/>
        </p:nvSpPr>
        <p:spPr>
          <a:xfrm>
            <a:off x="10252953" y="1088691"/>
            <a:ext cx="778213" cy="33803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21C3E273-094A-8F4E-4474-125C1A3A0946}"/>
              </a:ext>
            </a:extLst>
          </p:cNvPr>
          <p:cNvCxnSpPr>
            <a:cxnSpLocks/>
            <a:stCxn id="7" idx="0"/>
            <a:endCxn id="11" idx="1"/>
          </p:cNvCxnSpPr>
          <p:nvPr/>
        </p:nvCxnSpPr>
        <p:spPr>
          <a:xfrm rot="5400000" flipH="1" flipV="1">
            <a:off x="6662906" y="521787"/>
            <a:ext cx="1599089" cy="2732901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293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7ECC4-85A8-429A-E13B-D00B45DDE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diagram with blue and red dots&#10;&#10;AI-generated content may be incorrect.">
            <a:extLst>
              <a:ext uri="{FF2B5EF4-FFF2-40B4-BE49-F238E27FC236}">
                <a16:creationId xmlns:a16="http://schemas.microsoft.com/office/drawing/2014/main" id="{814F2361-72DD-6D62-E0C9-8A3EA5EFA9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0" y="2813335"/>
            <a:ext cx="4023360" cy="2396116"/>
          </a:xfrm>
          <a:prstGeom prst="rect">
            <a:avLst/>
          </a:prstGeom>
        </p:spPr>
      </p:pic>
      <p:pic>
        <p:nvPicPr>
          <p:cNvPr id="8" name="Picture 7" descr="A group of graphs with different colored dots&#10;&#10;AI-generated content may be incorrect.">
            <a:extLst>
              <a:ext uri="{FF2B5EF4-FFF2-40B4-BE49-F238E27FC236}">
                <a16:creationId xmlns:a16="http://schemas.microsoft.com/office/drawing/2014/main" id="{D6C22832-D373-12CA-2F4E-7490BE695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687781"/>
            <a:ext cx="4023360" cy="2670539"/>
          </a:xfrm>
          <a:prstGeom prst="rect">
            <a:avLst/>
          </a:prstGeom>
        </p:spPr>
      </p:pic>
      <p:pic>
        <p:nvPicPr>
          <p:cNvPr id="4" name="Picture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3A7D6FAC-E9C3-8C1E-51B0-000183F03E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319" y="2687781"/>
            <a:ext cx="4023360" cy="267053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AA264C5-803D-7601-0DD2-7559D967C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Silicon – Newtonian – 100,000 </a:t>
            </a:r>
            <a:r>
              <a:rPr lang="en-CA" dirty="0" err="1"/>
              <a:t>cP</a:t>
            </a:r>
            <a:endParaRPr lang="en-CA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946E2EC-B423-6BEA-689B-C10A4F09EFFD}"/>
              </a:ext>
            </a:extLst>
          </p:cNvPr>
          <p:cNvGraphicFramePr>
            <a:graphicFrameLocks noGrp="1"/>
          </p:cNvGraphicFramePr>
          <p:nvPr/>
        </p:nvGraphicFramePr>
        <p:xfrm>
          <a:off x="90790" y="2165845"/>
          <a:ext cx="1201041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473">
                  <a:extLst>
                    <a:ext uri="{9D8B030D-6E8A-4147-A177-3AD203B41FA5}">
                      <a16:colId xmlns:a16="http://schemas.microsoft.com/office/drawing/2014/main" val="1095192394"/>
                    </a:ext>
                  </a:extLst>
                </a:gridCol>
                <a:gridCol w="4003473">
                  <a:extLst>
                    <a:ext uri="{9D8B030D-6E8A-4147-A177-3AD203B41FA5}">
                      <a16:colId xmlns:a16="http://schemas.microsoft.com/office/drawing/2014/main" val="1335469729"/>
                    </a:ext>
                  </a:extLst>
                </a:gridCol>
                <a:gridCol w="4003473">
                  <a:extLst>
                    <a:ext uri="{9D8B030D-6E8A-4147-A177-3AD203B41FA5}">
                      <a16:colId xmlns:a16="http://schemas.microsoft.com/office/drawing/2014/main" val="755195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Raw Data of Torque(%)-Spees (rpm)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Fitted Curve on Stress-Strain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Calculated Viscosity (</a:t>
                      </a:r>
                      <a:r>
                        <a:rPr lang="en-CA" dirty="0" err="1"/>
                        <a:t>cP</a:t>
                      </a:r>
                      <a:r>
                        <a:rPr lang="en-CA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236010"/>
                  </a:ext>
                </a:extLst>
              </a:tr>
            </a:tbl>
          </a:graphicData>
        </a:graphic>
      </p:graphicFrame>
      <p:pic>
        <p:nvPicPr>
          <p:cNvPr id="15" name="Picture 2" descr="1 Flow curves (shear stress vs shear rate) for different types of flow... |  Download Scientific Diagram">
            <a:extLst>
              <a:ext uri="{FF2B5EF4-FFF2-40B4-BE49-F238E27FC236}">
                <a16:creationId xmlns:a16="http://schemas.microsoft.com/office/drawing/2014/main" id="{39B3D349-FA68-D2BA-527E-0B8E6D0E8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901" y="82694"/>
            <a:ext cx="2646986" cy="201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244F0821-DF02-9FAC-361B-9631041DD15A}"/>
              </a:ext>
            </a:extLst>
          </p:cNvPr>
          <p:cNvSpPr/>
          <p:nvPr/>
        </p:nvSpPr>
        <p:spPr>
          <a:xfrm>
            <a:off x="10252953" y="1088691"/>
            <a:ext cx="778213" cy="338032"/>
          </a:xfrm>
          <a:prstGeom prst="ellipse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7671B063-FDFA-BA72-A88E-2C5D9CA20A61}"/>
              </a:ext>
            </a:extLst>
          </p:cNvPr>
          <p:cNvCxnSpPr>
            <a:cxnSpLocks/>
            <a:stCxn id="4" idx="0"/>
            <a:endCxn id="15" idx="1"/>
          </p:cNvCxnSpPr>
          <p:nvPr/>
        </p:nvCxnSpPr>
        <p:spPr>
          <a:xfrm rot="5400000" flipH="1" flipV="1">
            <a:off x="6662906" y="521786"/>
            <a:ext cx="1599089" cy="2732902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4339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0021D-5DA9-758C-1E45-85175E47F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A diagram of a number of boxes&#10;&#10;AI-generated content may be incorrect.">
            <a:extLst>
              <a:ext uri="{FF2B5EF4-FFF2-40B4-BE49-F238E27FC236}">
                <a16:creationId xmlns:a16="http://schemas.microsoft.com/office/drawing/2014/main" id="{A582DE53-9ED8-F647-E4E6-0518F93A1B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8640" y="2805649"/>
            <a:ext cx="4023360" cy="2396116"/>
          </a:xfrm>
          <a:prstGeom prst="rect">
            <a:avLst/>
          </a:prstGeom>
        </p:spPr>
      </p:pic>
      <p:pic>
        <p:nvPicPr>
          <p:cNvPr id="8" name="Picture 7" descr="A group of graphs with different colored dots&#10;&#10;AI-generated content may be incorrect.">
            <a:extLst>
              <a:ext uri="{FF2B5EF4-FFF2-40B4-BE49-F238E27FC236}">
                <a16:creationId xmlns:a16="http://schemas.microsoft.com/office/drawing/2014/main" id="{405A3145-38C4-4F48-D994-FCB3F26BB35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" y="2687781"/>
            <a:ext cx="4023360" cy="2670539"/>
          </a:xfrm>
          <a:prstGeom prst="rect">
            <a:avLst/>
          </a:prstGeom>
        </p:spPr>
      </p:pic>
      <p:pic>
        <p:nvPicPr>
          <p:cNvPr id="4" name="Picture 3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85E7F4CA-C9AB-30AE-88BF-AC1FD6B1B6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4319" y="2687780"/>
            <a:ext cx="4023360" cy="267233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98EDC5-7F46-2597-0018-CF9F9B92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HY500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11B9E0E-48A2-C1F0-C91B-58699AD49FB6}"/>
              </a:ext>
            </a:extLst>
          </p:cNvPr>
          <p:cNvGraphicFramePr>
            <a:graphicFrameLocks noGrp="1"/>
          </p:cNvGraphicFramePr>
          <p:nvPr/>
        </p:nvGraphicFramePr>
        <p:xfrm>
          <a:off x="90790" y="2165845"/>
          <a:ext cx="1201041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3473">
                  <a:extLst>
                    <a:ext uri="{9D8B030D-6E8A-4147-A177-3AD203B41FA5}">
                      <a16:colId xmlns:a16="http://schemas.microsoft.com/office/drawing/2014/main" val="1095192394"/>
                    </a:ext>
                  </a:extLst>
                </a:gridCol>
                <a:gridCol w="4003473">
                  <a:extLst>
                    <a:ext uri="{9D8B030D-6E8A-4147-A177-3AD203B41FA5}">
                      <a16:colId xmlns:a16="http://schemas.microsoft.com/office/drawing/2014/main" val="1335469729"/>
                    </a:ext>
                  </a:extLst>
                </a:gridCol>
                <a:gridCol w="4003473">
                  <a:extLst>
                    <a:ext uri="{9D8B030D-6E8A-4147-A177-3AD203B41FA5}">
                      <a16:colId xmlns:a16="http://schemas.microsoft.com/office/drawing/2014/main" val="7551956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Raw Data of Torque(%)-Spees (rpm)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Fitted Curve on Stress-Strain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CA" dirty="0"/>
                        <a:t>Calculated Viscosity (</a:t>
                      </a:r>
                      <a:r>
                        <a:rPr lang="en-CA" dirty="0" err="1"/>
                        <a:t>cP</a:t>
                      </a:r>
                      <a:r>
                        <a:rPr lang="en-CA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48236010"/>
                  </a:ext>
                </a:extLst>
              </a:tr>
            </a:tbl>
          </a:graphicData>
        </a:graphic>
      </p:graphicFrame>
      <p:pic>
        <p:nvPicPr>
          <p:cNvPr id="13" name="Picture 2" descr="1 Flow curves (shear stress vs shear rate) for different types of flow... |  Download Scientific Diagram">
            <a:extLst>
              <a:ext uri="{FF2B5EF4-FFF2-40B4-BE49-F238E27FC236}">
                <a16:creationId xmlns:a16="http://schemas.microsoft.com/office/drawing/2014/main" id="{BD91FF56-6C04-A8D3-9D30-F244C33FCD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8901" y="82694"/>
            <a:ext cx="2646986" cy="2011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3CF92860-338F-E1BB-AA30-B38C0591F16A}"/>
              </a:ext>
            </a:extLst>
          </p:cNvPr>
          <p:cNvSpPr/>
          <p:nvPr/>
        </p:nvSpPr>
        <p:spPr>
          <a:xfrm>
            <a:off x="10369611" y="689874"/>
            <a:ext cx="778213" cy="338032"/>
          </a:xfrm>
          <a:prstGeom prst="ellipse">
            <a:avLst/>
          </a:prstGeom>
          <a:solidFill>
            <a:srgbClr val="00B0F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16BC5EEC-3BD1-84C2-AAB2-88AA6C90BE8C}"/>
              </a:ext>
            </a:extLst>
          </p:cNvPr>
          <p:cNvCxnSpPr>
            <a:cxnSpLocks/>
            <a:endCxn id="13" idx="1"/>
          </p:cNvCxnSpPr>
          <p:nvPr/>
        </p:nvCxnSpPr>
        <p:spPr>
          <a:xfrm rot="5400000" flipH="1" flipV="1">
            <a:off x="6662906" y="521786"/>
            <a:ext cx="1599089" cy="2732902"/>
          </a:xfrm>
          <a:prstGeom prst="curvedConnector2">
            <a:avLst/>
          </a:prstGeom>
          <a:ln>
            <a:solidFill>
              <a:srgbClr val="00B0F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AA1DF48-AB39-AB5D-8B10-02BB2883E9D2}"/>
              </a:ext>
            </a:extLst>
          </p:cNvPr>
          <p:cNvSpPr/>
          <p:nvPr/>
        </p:nvSpPr>
        <p:spPr>
          <a:xfrm>
            <a:off x="9402107" y="124953"/>
            <a:ext cx="778213" cy="338032"/>
          </a:xfrm>
          <a:prstGeom prst="ellipse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969773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graphs with numbers and letters&#10;&#10;AI-generated content may be incorrect.">
            <a:extLst>
              <a:ext uri="{FF2B5EF4-FFF2-40B4-BE49-F238E27FC236}">
                <a16:creationId xmlns:a16="http://schemas.microsoft.com/office/drawing/2014/main" id="{5B92C276-54C5-E80A-F87D-241D3B27CD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82" y="0"/>
            <a:ext cx="10321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2846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A4641AEB-2449-6D49-6CE7-C77D149B6F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42" y="0"/>
            <a:ext cx="100227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85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a graph&#10;&#10;AI-generated content may be incorrect.">
            <a:extLst>
              <a:ext uri="{FF2B5EF4-FFF2-40B4-BE49-F238E27FC236}">
                <a16:creationId xmlns:a16="http://schemas.microsoft.com/office/drawing/2014/main" id="{ED28A696-5168-9E09-2F29-888F3BD90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182" y="0"/>
            <a:ext cx="10321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567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 of a number of objects&#10;&#10;AI-generated content may be incorrect.">
            <a:extLst>
              <a:ext uri="{FF2B5EF4-FFF2-40B4-BE49-F238E27FC236}">
                <a16:creationId xmlns:a16="http://schemas.microsoft.com/office/drawing/2014/main" id="{3A12D30E-2054-F222-4753-B044C3AB3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642" y="0"/>
            <a:ext cx="100227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443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graph of a number of numbers&#10;&#10;AI-generated content may be incorrect.">
            <a:extLst>
              <a:ext uri="{FF2B5EF4-FFF2-40B4-BE49-F238E27FC236}">
                <a16:creationId xmlns:a16="http://schemas.microsoft.com/office/drawing/2014/main" id="{E7E8E9C6-3334-D683-7FEA-A7E6C48B5A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963" y="0"/>
            <a:ext cx="103320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6181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92B938CC-6647-A39B-19BD-2936A034AA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21993"/>
            <a:ext cx="12192000" cy="421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413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96</Words>
  <Application>Microsoft Office PowerPoint</Application>
  <PresentationFormat>Widescreen</PresentationFormat>
  <Paragraphs>19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Rheology Study</vt:lpstr>
      <vt:lpstr>Silicon – Newtonian – 30,000 cP</vt:lpstr>
      <vt:lpstr>Silicon – Newtonian – 60,000 cP</vt:lpstr>
      <vt:lpstr>Silicon – Newtonian – 100,000 cP</vt:lpstr>
      <vt:lpstr>HY500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Mahdi Rastegardoost</dc:creator>
  <cp:lastModifiedBy>Mohammad Mahdi Rastegardoost</cp:lastModifiedBy>
  <cp:revision>1</cp:revision>
  <dcterms:created xsi:type="dcterms:W3CDTF">2025-11-19T17:19:33Z</dcterms:created>
  <dcterms:modified xsi:type="dcterms:W3CDTF">2025-11-21T21:35:51Z</dcterms:modified>
</cp:coreProperties>
</file>